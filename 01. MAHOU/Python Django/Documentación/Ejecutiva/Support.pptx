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95" r:id="rId2"/>
    <p:sldId id="271" r:id="rId3"/>
    <p:sldId id="282" r:id="rId4"/>
    <p:sldId id="299" r:id="rId5"/>
    <p:sldId id="277" r:id="rId6"/>
    <p:sldId id="316" r:id="rId7"/>
    <p:sldId id="305" r:id="rId8"/>
    <p:sldId id="317" r:id="rId9"/>
    <p:sldId id="318" r:id="rId10"/>
    <p:sldId id="319" r:id="rId11"/>
    <p:sldId id="315" r:id="rId12"/>
    <p:sldId id="28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F3A00"/>
    <a:srgbClr val="1C1C1C"/>
    <a:srgbClr val="FF6B40"/>
    <a:srgbClr val="FF9D7F"/>
    <a:srgbClr val="FFCEC0"/>
    <a:srgbClr val="8D8D8D"/>
    <a:srgbClr val="C6C6C6"/>
    <a:srgbClr val="555555"/>
    <a:srgbClr val="F2C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B14235-DFDA-4DB6-813A-E7E22A745BA7}" v="32" dt="2026-02-17T15:19:34.598"/>
  </p1510:revLst>
</p1510:revInfo>
</file>

<file path=ppt/tableStyles.xml><?xml version="1.0" encoding="utf-8"?>
<a:tblStyleLst xmlns:a="http://schemas.openxmlformats.org/drawingml/2006/main" def="{6D1A2584-8B46-4A3A-9B5E-03F7CB9E95BC}">
  <a:tblStyle styleId="{6D1A2584-8B46-4A3A-9B5E-03F7CB9E95BC}" styleName="GXO style table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</a:tcStyle>
    </a:wholeTbl>
    <a:firstCol>
      <a:tcTxStyle b="on">
        <a:fontRef idx="minor">
          <a:prstClr val="black"/>
        </a:fontRef>
        <a:schemeClr val="accent1"/>
      </a:tcTxStyle>
      <a:tcStyle>
        <a:tcBdr/>
      </a:tcStyle>
    </a:firstCol>
    <a:firstRow>
      <a:tcTxStyle b="on">
        <a:fontRef idx="minor">
          <a:prstClr val="black"/>
        </a:fontRef>
        <a:schemeClr val="bg1"/>
      </a:tcTxStyle>
      <a:tcStyle>
        <a:tcBdr>
          <a:bottom>
            <a:ln>
              <a:noFill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47"/>
    <p:restoredTop sz="96327"/>
  </p:normalViewPr>
  <p:slideViewPr>
    <p:cSldViewPr snapToGrid="0" snapToObjects="1">
      <p:cViewPr varScale="1">
        <p:scale>
          <a:sx n="111" d="100"/>
          <a:sy n="111" d="100"/>
        </p:scale>
        <p:origin x="46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Garcia-Meras Palacios" userId="ef8db670-67c2-4c62-8f5e-6e9c1366baff" providerId="ADAL" clId="{4EB59A4C-3464-40AA-9281-E948B63C16A3}"/>
    <pc:docChg chg="undo custSel addSld delSld modSld sldOrd">
      <pc:chgData name="Javier Garcia-Meras Palacios" userId="ef8db670-67c2-4c62-8f5e-6e9c1366baff" providerId="ADAL" clId="{4EB59A4C-3464-40AA-9281-E948B63C16A3}" dt="2026-02-17T15:24:05.384" v="2695" actId="313"/>
      <pc:docMkLst>
        <pc:docMk/>
      </pc:docMkLst>
      <pc:sldChg chg="del">
        <pc:chgData name="Javier Garcia-Meras Palacios" userId="ef8db670-67c2-4c62-8f5e-6e9c1366baff" providerId="ADAL" clId="{4EB59A4C-3464-40AA-9281-E948B63C16A3}" dt="2026-02-16T12:53:15.465" v="2" actId="47"/>
        <pc:sldMkLst>
          <pc:docMk/>
          <pc:sldMk cId="1818824442" sldId="258"/>
        </pc:sldMkLst>
      </pc:sldChg>
      <pc:sldChg chg="del">
        <pc:chgData name="Javier Garcia-Meras Palacios" userId="ef8db670-67c2-4c62-8f5e-6e9c1366baff" providerId="ADAL" clId="{4EB59A4C-3464-40AA-9281-E948B63C16A3}" dt="2026-02-16T12:53:18.715" v="3" actId="47"/>
        <pc:sldMkLst>
          <pc:docMk/>
          <pc:sldMk cId="1857304629" sldId="259"/>
        </pc:sldMkLst>
      </pc:sldChg>
      <pc:sldChg chg="modSp del mod">
        <pc:chgData name="Javier Garcia-Meras Palacios" userId="ef8db670-67c2-4c62-8f5e-6e9c1366baff" providerId="ADAL" clId="{4EB59A4C-3464-40AA-9281-E948B63C16A3}" dt="2026-02-16T12:54:06.778" v="28" actId="47"/>
        <pc:sldMkLst>
          <pc:docMk/>
          <pc:sldMk cId="213179861" sldId="260"/>
        </pc:sldMkLst>
        <pc:spChg chg="mod">
          <ac:chgData name="Javier Garcia-Meras Palacios" userId="ef8db670-67c2-4c62-8f5e-6e9c1366baff" providerId="ADAL" clId="{4EB59A4C-3464-40AA-9281-E948B63C16A3}" dt="2026-02-16T12:53:44.001" v="26" actId="20577"/>
          <ac:spMkLst>
            <pc:docMk/>
            <pc:sldMk cId="213179861" sldId="260"/>
            <ac:spMk id="2" creationId="{7EC4A5D4-6D6F-5C4D-A280-5C2CAAD86FF4}"/>
          </ac:spMkLst>
        </pc:spChg>
      </pc:sldChg>
      <pc:sldChg chg="del">
        <pc:chgData name="Javier Garcia-Meras Palacios" userId="ef8db670-67c2-4c62-8f5e-6e9c1366baff" providerId="ADAL" clId="{4EB59A4C-3464-40AA-9281-E948B63C16A3}" dt="2026-02-16T15:55:17.898" v="210" actId="47"/>
        <pc:sldMkLst>
          <pc:docMk/>
          <pc:sldMk cId="2419556887" sldId="261"/>
        </pc:sldMkLst>
      </pc:sldChg>
      <pc:sldChg chg="del">
        <pc:chgData name="Javier Garcia-Meras Palacios" userId="ef8db670-67c2-4c62-8f5e-6e9c1366baff" providerId="ADAL" clId="{4EB59A4C-3464-40AA-9281-E948B63C16A3}" dt="2026-02-16T15:55:18.992" v="211" actId="47"/>
        <pc:sldMkLst>
          <pc:docMk/>
          <pc:sldMk cId="3360865" sldId="262"/>
        </pc:sldMkLst>
      </pc:sldChg>
      <pc:sldChg chg="del">
        <pc:chgData name="Javier Garcia-Meras Palacios" userId="ef8db670-67c2-4c62-8f5e-6e9c1366baff" providerId="ADAL" clId="{4EB59A4C-3464-40AA-9281-E948B63C16A3}" dt="2026-02-16T15:55:40.773" v="216" actId="47"/>
        <pc:sldMkLst>
          <pc:docMk/>
          <pc:sldMk cId="1484437647" sldId="264"/>
        </pc:sldMkLst>
      </pc:sldChg>
      <pc:sldChg chg="del">
        <pc:chgData name="Javier Garcia-Meras Palacios" userId="ef8db670-67c2-4c62-8f5e-6e9c1366baff" providerId="ADAL" clId="{4EB59A4C-3464-40AA-9281-E948B63C16A3}" dt="2026-02-16T16:06:52.350" v="518" actId="47"/>
        <pc:sldMkLst>
          <pc:docMk/>
          <pc:sldMk cId="2787405847" sldId="265"/>
        </pc:sldMkLst>
      </pc:sldChg>
      <pc:sldChg chg="del">
        <pc:chgData name="Javier Garcia-Meras Palacios" userId="ef8db670-67c2-4c62-8f5e-6e9c1366baff" providerId="ADAL" clId="{4EB59A4C-3464-40AA-9281-E948B63C16A3}" dt="2026-02-17T12:29:51.455" v="730" actId="47"/>
        <pc:sldMkLst>
          <pc:docMk/>
          <pc:sldMk cId="3414332994" sldId="266"/>
        </pc:sldMkLst>
      </pc:sldChg>
      <pc:sldChg chg="del">
        <pc:chgData name="Javier Garcia-Meras Palacios" userId="ef8db670-67c2-4c62-8f5e-6e9c1366baff" providerId="ADAL" clId="{4EB59A4C-3464-40AA-9281-E948B63C16A3}" dt="2026-02-17T12:29:53.986" v="731" actId="47"/>
        <pc:sldMkLst>
          <pc:docMk/>
          <pc:sldMk cId="1790415846" sldId="267"/>
        </pc:sldMkLst>
      </pc:sldChg>
      <pc:sldChg chg="del">
        <pc:chgData name="Javier Garcia-Meras Palacios" userId="ef8db670-67c2-4c62-8f5e-6e9c1366baff" providerId="ADAL" clId="{4EB59A4C-3464-40AA-9281-E948B63C16A3}" dt="2026-02-17T13:54:41.864" v="2084" actId="47"/>
        <pc:sldMkLst>
          <pc:docMk/>
          <pc:sldMk cId="2533087113" sldId="268"/>
        </pc:sldMkLst>
      </pc:sldChg>
      <pc:sldChg chg="del">
        <pc:chgData name="Javier Garcia-Meras Palacios" userId="ef8db670-67c2-4c62-8f5e-6e9c1366baff" providerId="ADAL" clId="{4EB59A4C-3464-40AA-9281-E948B63C16A3}" dt="2026-02-17T13:54:44.857" v="2085" actId="47"/>
        <pc:sldMkLst>
          <pc:docMk/>
          <pc:sldMk cId="3075707819" sldId="269"/>
        </pc:sldMkLst>
      </pc:sldChg>
      <pc:sldChg chg="del">
        <pc:chgData name="Javier Garcia-Meras Palacios" userId="ef8db670-67c2-4c62-8f5e-6e9c1366baff" providerId="ADAL" clId="{4EB59A4C-3464-40AA-9281-E948B63C16A3}" dt="2026-02-16T15:55:30.230" v="214" actId="47"/>
        <pc:sldMkLst>
          <pc:docMk/>
          <pc:sldMk cId="999564738" sldId="270"/>
        </pc:sldMkLst>
      </pc:sldChg>
      <pc:sldChg chg="addSp delSp modSp mod modClrScheme chgLayout">
        <pc:chgData name="Javier Garcia-Meras Palacios" userId="ef8db670-67c2-4c62-8f5e-6e9c1366baff" providerId="ADAL" clId="{4EB59A4C-3464-40AA-9281-E948B63C16A3}" dt="2026-02-17T15:23:35.649" v="2689" actId="313"/>
        <pc:sldMkLst>
          <pc:docMk/>
          <pc:sldMk cId="649880813" sldId="271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649880813" sldId="271"/>
            <ac:spMk id="2" creationId="{0EC08BD5-EDCE-624B-A282-92F0E3B19FD4}"/>
          </ac:spMkLst>
        </pc:spChg>
        <pc:spChg chg="mod or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649880813" sldId="271"/>
            <ac:spMk id="5" creationId="{80885CEF-EDD7-7540-959D-E7EE9A410EE2}"/>
          </ac:spMkLst>
        </pc:spChg>
        <pc:spChg chg="mod ord">
          <ac:chgData name="Javier Garcia-Meras Palacios" userId="ef8db670-67c2-4c62-8f5e-6e9c1366baff" providerId="ADAL" clId="{4EB59A4C-3464-40AA-9281-E948B63C16A3}" dt="2026-02-17T15:23:35.649" v="2689" actId="313"/>
          <ac:spMkLst>
            <pc:docMk/>
            <pc:sldMk cId="649880813" sldId="271"/>
            <ac:spMk id="9" creationId="{B1B0A614-AABC-D94E-96FA-43BC9A979120}"/>
          </ac:spMkLst>
        </pc:spChg>
        <pc:spChg chg="del">
          <ac:chgData name="Javier Garcia-Meras Palacios" userId="ef8db670-67c2-4c62-8f5e-6e9c1366baff" providerId="ADAL" clId="{4EB59A4C-3464-40AA-9281-E948B63C16A3}" dt="2026-02-17T15:22:36.796" v="2662" actId="26606"/>
          <ac:spMkLst>
            <pc:docMk/>
            <pc:sldMk cId="649880813" sldId="271"/>
            <ac:spMk id="12" creationId="{58B969AC-7C54-5541-88FF-3E126A9A7DE7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649880813" sldId="271"/>
            <ac:spMk id="17" creationId="{B78EDD2F-F46E-A12B-0A7D-04A25330208A}"/>
          </ac:spMkLst>
        </pc:spChg>
        <pc:picChg chg="add mod">
          <ac:chgData name="Javier Garcia-Meras Palacios" userId="ef8db670-67c2-4c62-8f5e-6e9c1366baff" providerId="ADAL" clId="{4EB59A4C-3464-40AA-9281-E948B63C16A3}" dt="2026-02-17T15:22:36.796" v="2662" actId="26606"/>
          <ac:picMkLst>
            <pc:docMk/>
            <pc:sldMk cId="649880813" sldId="271"/>
            <ac:picMk id="4" creationId="{2FDFC6D7-0FAD-7DC1-DC59-B60EA365C62E}"/>
          </ac:picMkLst>
        </pc:picChg>
      </pc:sldChg>
      <pc:sldChg chg="del">
        <pc:chgData name="Javier Garcia-Meras Palacios" userId="ef8db670-67c2-4c62-8f5e-6e9c1366baff" providerId="ADAL" clId="{4EB59A4C-3464-40AA-9281-E948B63C16A3}" dt="2026-02-17T12:26:15.601" v="522" actId="2696"/>
        <pc:sldMkLst>
          <pc:docMk/>
          <pc:sldMk cId="3830936301" sldId="272"/>
        </pc:sldMkLst>
      </pc:sldChg>
      <pc:sldChg chg="del">
        <pc:chgData name="Javier Garcia-Meras Palacios" userId="ef8db670-67c2-4c62-8f5e-6e9c1366baff" providerId="ADAL" clId="{4EB59A4C-3464-40AA-9281-E948B63C16A3}" dt="2026-02-16T15:55:29.531" v="213" actId="47"/>
        <pc:sldMkLst>
          <pc:docMk/>
          <pc:sldMk cId="2162813660" sldId="274"/>
        </pc:sldMkLst>
      </pc:sldChg>
      <pc:sldChg chg="del">
        <pc:chgData name="Javier Garcia-Meras Palacios" userId="ef8db670-67c2-4c62-8f5e-6e9c1366baff" providerId="ADAL" clId="{4EB59A4C-3464-40AA-9281-E948B63C16A3}" dt="2026-02-16T15:55:28.553" v="212" actId="47"/>
        <pc:sldMkLst>
          <pc:docMk/>
          <pc:sldMk cId="3159062818" sldId="275"/>
        </pc:sldMkLst>
      </pc:sldChg>
      <pc:sldChg chg="del">
        <pc:chgData name="Javier Garcia-Meras Palacios" userId="ef8db670-67c2-4c62-8f5e-6e9c1366baff" providerId="ADAL" clId="{4EB59A4C-3464-40AA-9281-E948B63C16A3}" dt="2026-02-16T16:06:50.942" v="517" actId="47"/>
        <pc:sldMkLst>
          <pc:docMk/>
          <pc:sldMk cId="1518122853" sldId="276"/>
        </pc:sldMkLst>
      </pc:sldChg>
      <pc:sldChg chg="addSp delSp modSp mo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2342784415" sldId="277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342784415" sldId="277"/>
            <ac:spMk id="6" creationId="{58F033F6-7B10-B740-9E05-FE76B609D2E3}"/>
          </ac:spMkLst>
        </pc:spChg>
        <pc:spChg chg="del">
          <ac:chgData name="Javier Garcia-Meras Palacios" userId="ef8db670-67c2-4c62-8f5e-6e9c1366baff" providerId="ADAL" clId="{4EB59A4C-3464-40AA-9281-E948B63C16A3}" dt="2026-02-17T15:07:41.064" v="2329" actId="26606"/>
          <ac:spMkLst>
            <pc:docMk/>
            <pc:sldMk cId="2342784415" sldId="277"/>
            <ac:spMk id="8" creationId="{79A41A63-D9FA-8148-A57F-830237D753E9}"/>
          </ac:spMkLst>
        </pc:spChg>
        <pc:spChg chg="del">
          <ac:chgData name="Javier Garcia-Meras Palacios" userId="ef8db670-67c2-4c62-8f5e-6e9c1366baff" providerId="ADAL" clId="{4EB59A4C-3464-40AA-9281-E948B63C16A3}" dt="2026-02-17T12:26:37.125" v="542" actId="478"/>
          <ac:spMkLst>
            <pc:docMk/>
            <pc:sldMk cId="2342784415" sldId="277"/>
            <ac:spMk id="10" creationId="{AA7D07B5-705E-9746-9FCA-60FD3F995D93}"/>
          </ac:spMkLst>
        </pc:spChg>
        <pc:spChg chg="del">
          <ac:chgData name="Javier Garcia-Meras Palacios" userId="ef8db670-67c2-4c62-8f5e-6e9c1366baff" providerId="ADAL" clId="{4EB59A4C-3464-40AA-9281-E948B63C16A3}" dt="2026-02-17T12:26:38.581" v="543" actId="478"/>
          <ac:spMkLst>
            <pc:docMk/>
            <pc:sldMk cId="2342784415" sldId="277"/>
            <ac:spMk id="11" creationId="{A743094C-B2B0-7341-B593-E5126E4EDAA0}"/>
          </ac:spMkLst>
        </pc:spChg>
        <pc:spChg chg="del">
          <ac:chgData name="Javier Garcia-Meras Palacios" userId="ef8db670-67c2-4c62-8f5e-6e9c1366baff" providerId="ADAL" clId="{4EB59A4C-3464-40AA-9281-E948B63C16A3}" dt="2026-02-17T12:26:40.343" v="544" actId="478"/>
          <ac:spMkLst>
            <pc:docMk/>
            <pc:sldMk cId="2342784415" sldId="277"/>
            <ac:spMk id="12" creationId="{DE6BEB03-88CD-4A47-BD73-57B40F45C468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342784415" sldId="277"/>
            <ac:spMk id="14" creationId="{4F16EE31-A594-C3DD-A051-74A4ABB2BE52}"/>
          </ac:spMkLst>
        </pc:spChg>
        <pc:graphicFrameChg chg="mod modGraphic">
          <ac:chgData name="Javier Garcia-Meras Palacios" userId="ef8db670-67c2-4c62-8f5e-6e9c1366baff" providerId="ADAL" clId="{4EB59A4C-3464-40AA-9281-E948B63C16A3}" dt="2026-02-17T15:23:30.836" v="2688" actId="790"/>
          <ac:graphicFrameMkLst>
            <pc:docMk/>
            <pc:sldMk cId="2342784415" sldId="277"/>
            <ac:graphicFrameMk id="9" creationId="{62980DD7-E5F2-874F-B3AF-471D92521BF9}"/>
          </ac:graphicFrameMkLst>
        </pc:graphicFrameChg>
      </pc:sldChg>
      <pc:sldChg chg="del">
        <pc:chgData name="Javier Garcia-Meras Palacios" userId="ef8db670-67c2-4c62-8f5e-6e9c1366baff" providerId="ADAL" clId="{4EB59A4C-3464-40AA-9281-E948B63C16A3}" dt="2026-02-16T12:54:07.784" v="29" actId="47"/>
        <pc:sldMkLst>
          <pc:docMk/>
          <pc:sldMk cId="1931699855" sldId="281"/>
        </pc:sldMkLst>
      </pc:sldChg>
      <pc:sldChg chg="addSp modSp mo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2096013378" sldId="282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96013378" sldId="282"/>
            <ac:spMk id="2" creationId="{7EC4A5D4-6D6F-5C4D-A280-5C2CAAD86FF4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96013378" sldId="282"/>
            <ac:spMk id="3" creationId="{D20E52AF-6B7D-914D-9027-8EE43A181C18}"/>
          </ac:spMkLst>
        </pc:spChg>
        <pc:graphicFrameChg chg="add mod modGraphic">
          <ac:chgData name="Javier Garcia-Meras Palacios" userId="ef8db670-67c2-4c62-8f5e-6e9c1366baff" providerId="ADAL" clId="{4EB59A4C-3464-40AA-9281-E948B63C16A3}" dt="2026-02-17T15:23:30.836" v="2688" actId="790"/>
          <ac:graphicFrameMkLst>
            <pc:docMk/>
            <pc:sldMk cId="2096013378" sldId="282"/>
            <ac:graphicFrameMk id="4" creationId="{27ACC60F-9028-CAE0-B49C-69603490243C}"/>
          </ac:graphicFrameMkLst>
        </pc:graphicFrameChg>
      </pc:sldChg>
      <pc:sldChg chg="del">
        <pc:chgData name="Javier Garcia-Meras Palacios" userId="ef8db670-67c2-4c62-8f5e-6e9c1366baff" providerId="ADAL" clId="{4EB59A4C-3464-40AA-9281-E948B63C16A3}" dt="2026-02-16T15:55:39.015" v="215" actId="47"/>
        <pc:sldMkLst>
          <pc:docMk/>
          <pc:sldMk cId="923942420" sldId="283"/>
        </pc:sldMkLst>
      </pc:sldChg>
      <pc:sldChg chg="del">
        <pc:chgData name="Javier Garcia-Meras Palacios" userId="ef8db670-67c2-4c62-8f5e-6e9c1366baff" providerId="ADAL" clId="{4EB59A4C-3464-40AA-9281-E948B63C16A3}" dt="2026-02-16T16:06:53.344" v="519" actId="47"/>
        <pc:sldMkLst>
          <pc:docMk/>
          <pc:sldMk cId="3438141768" sldId="287"/>
        </pc:sldMkLst>
      </pc:sldChg>
      <pc:sldChg chg="del">
        <pc:chgData name="Javier Garcia-Meras Palacios" userId="ef8db670-67c2-4c62-8f5e-6e9c1366baff" providerId="ADAL" clId="{4EB59A4C-3464-40AA-9281-E948B63C16A3}" dt="2026-02-17T13:59:03.626" v="2328" actId="2696"/>
        <pc:sldMkLst>
          <pc:docMk/>
          <pc:sldMk cId="1466771979" sldId="288"/>
        </pc:sldMkLst>
      </pc:sldChg>
      <pc:sldChg chg="del">
        <pc:chgData name="Javier Garcia-Meras Palacios" userId="ef8db670-67c2-4c62-8f5e-6e9c1366baff" providerId="ADAL" clId="{4EB59A4C-3464-40AA-9281-E948B63C16A3}" dt="2026-02-16T12:54:00.923" v="27" actId="47"/>
        <pc:sldMkLst>
          <pc:docMk/>
          <pc:sldMk cId="3673866261" sldId="290"/>
        </pc:sldMkLst>
      </pc:sldChg>
      <pc:sldChg chg="del">
        <pc:chgData name="Javier Garcia-Meras Palacios" userId="ef8db670-67c2-4c62-8f5e-6e9c1366baff" providerId="ADAL" clId="{4EB59A4C-3464-40AA-9281-E948B63C16A3}" dt="2026-02-16T12:53:29.540" v="4" actId="47"/>
        <pc:sldMkLst>
          <pc:docMk/>
          <pc:sldMk cId="3492978164" sldId="291"/>
        </pc:sldMkLst>
      </pc:sldChg>
      <pc:sldChg chg="modSp mo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296030669" sldId="295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96030669" sldId="295"/>
            <ac:spMk id="2" creationId="{00000000-0000-0000-0000-000000000000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96030669" sldId="295"/>
            <ac:spMk id="3" creationId="{00000000-0000-0000-0000-000000000000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96030669" sldId="295"/>
            <ac:spMk id="4" creationId="{9C82B644-9123-71F2-DB19-08F145001AB6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96030669" sldId="295"/>
            <ac:spMk id="5" creationId="{FC698A5E-C3E0-CE3F-D36B-B908BE65A537}"/>
          </ac:spMkLst>
        </pc:spChg>
      </pc:sldChg>
      <pc:sldChg chg="del">
        <pc:chgData name="Javier Garcia-Meras Palacios" userId="ef8db670-67c2-4c62-8f5e-6e9c1366baff" providerId="ADAL" clId="{4EB59A4C-3464-40AA-9281-E948B63C16A3}" dt="2026-02-16T12:53:32.101" v="5" actId="47"/>
        <pc:sldMkLst>
          <pc:docMk/>
          <pc:sldMk cId="1384274917" sldId="297"/>
        </pc:sldMkLst>
      </pc:sldChg>
      <pc:sldChg chg="addSp delSp modSp mo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3315383899" sldId="299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3" creationId="{94D62658-2EC8-A844-9BF9-0766240AC034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4" creationId="{6FEBE298-20F0-C344-8FDE-C060DB4C1981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5" creationId="{E29BC577-D947-0046-8A58-11329619934F}"/>
          </ac:spMkLst>
        </pc:spChg>
        <pc:spChg chg="del mod">
          <ac:chgData name="Javier Garcia-Meras Palacios" userId="ef8db670-67c2-4c62-8f5e-6e9c1366baff" providerId="ADAL" clId="{4EB59A4C-3464-40AA-9281-E948B63C16A3}" dt="2026-02-16T15:58:25.064" v="374" actId="478"/>
          <ac:spMkLst>
            <pc:docMk/>
            <pc:sldMk cId="3315383899" sldId="299"/>
            <ac:spMk id="6" creationId="{31C4A5B8-038F-0E40-A46A-FCD77BDA8C9E}"/>
          </ac:spMkLst>
        </pc:spChg>
        <pc:spChg chg="add del mod">
          <ac:chgData name="Javier Garcia-Meras Palacios" userId="ef8db670-67c2-4c62-8f5e-6e9c1366baff" providerId="ADAL" clId="{4EB59A4C-3464-40AA-9281-E948B63C16A3}" dt="2026-02-16T15:58:27.057" v="375" actId="478"/>
          <ac:spMkLst>
            <pc:docMk/>
            <pc:sldMk cId="3315383899" sldId="299"/>
            <ac:spMk id="8" creationId="{006C41AA-EA30-DBD3-A915-227A968054EA}"/>
          </ac:spMkLst>
        </pc:spChg>
        <pc:spChg chg="add del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9" creationId="{C2F1741E-9BC2-8D44-B77B-FEFE04B3D7F9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13" creationId="{A6EC6F97-7D84-B448-BDCD-898B499C1C08}"/>
          </ac:spMkLst>
        </pc:spChg>
        <pc:spChg chg="add del mod">
          <ac:chgData name="Javier Garcia-Meras Palacios" userId="ef8db670-67c2-4c62-8f5e-6e9c1366baff" providerId="ADAL" clId="{4EB59A4C-3464-40AA-9281-E948B63C16A3}" dt="2026-02-16T15:58:38.153" v="379" actId="21"/>
          <ac:spMkLst>
            <pc:docMk/>
            <pc:sldMk cId="3315383899" sldId="299"/>
            <ac:spMk id="15" creationId="{FFC3A514-669D-1BE5-7FE2-E714C3FC1FCB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16" creationId="{AA2EE884-1574-17E1-E390-2A0993D0A64B}"/>
          </ac:spMkLst>
        </pc:spChg>
        <pc:spChg chg="add mod">
          <ac:chgData name="Javier Garcia-Meras Palacios" userId="ef8db670-67c2-4c62-8f5e-6e9c1366baff" providerId="ADAL" clId="{4EB59A4C-3464-40AA-9281-E948B63C16A3}" dt="2026-02-16T15:59:27.498" v="415"/>
          <ac:spMkLst>
            <pc:docMk/>
            <pc:sldMk cId="3315383899" sldId="299"/>
            <ac:spMk id="17" creationId="{E38E2575-ADBA-EAA0-A3D6-85B28C1545B8}"/>
          </ac:spMkLst>
        </pc:spChg>
        <pc:spChg chg="add mod">
          <ac:chgData name="Javier Garcia-Meras Palacios" userId="ef8db670-67c2-4c62-8f5e-6e9c1366baff" providerId="ADAL" clId="{4EB59A4C-3464-40AA-9281-E948B63C16A3}" dt="2026-02-16T15:59:27.498" v="415"/>
          <ac:spMkLst>
            <pc:docMk/>
            <pc:sldMk cId="3315383899" sldId="299"/>
            <ac:spMk id="18" creationId="{24CA5DB2-E75F-03DC-D946-6F888686D317}"/>
          </ac:spMkLst>
        </pc:spChg>
        <pc:spChg chg="add mod">
          <ac:chgData name="Javier Garcia-Meras Palacios" userId="ef8db670-67c2-4c62-8f5e-6e9c1366baff" providerId="ADAL" clId="{4EB59A4C-3464-40AA-9281-E948B63C16A3}" dt="2026-02-16T15:59:27.498" v="415"/>
          <ac:spMkLst>
            <pc:docMk/>
            <pc:sldMk cId="3315383899" sldId="299"/>
            <ac:spMk id="19" creationId="{661B043C-254E-25D9-4F41-3A858C10274C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23" creationId="{9FDEE976-6D1E-5E56-115A-58E8A0E8B62B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24" creationId="{5D9FE7AE-8FF3-5898-B75F-99B44EF2EC22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315383899" sldId="299"/>
            <ac:spMk id="25" creationId="{8E9B6910-92D8-0C17-8E4F-B69197F77C27}"/>
          </ac:spMkLst>
        </pc:spChg>
        <pc:picChg chg="add mod">
          <ac:chgData name="Javier Garcia-Meras Palacios" userId="ef8db670-67c2-4c62-8f5e-6e9c1366baff" providerId="ADAL" clId="{4EB59A4C-3464-40AA-9281-E948B63C16A3}" dt="2026-02-17T15:15:43.962" v="2637" actId="1076"/>
          <ac:picMkLst>
            <pc:docMk/>
            <pc:sldMk cId="3315383899" sldId="299"/>
            <ac:picMk id="6" creationId="{0943A8BE-E76C-2CA8-D254-408C6EF97A3D}"/>
          </ac:picMkLst>
        </pc:picChg>
        <pc:picChg chg="del mod">
          <ac:chgData name="Javier Garcia-Meras Palacios" userId="ef8db670-67c2-4c62-8f5e-6e9c1366baff" providerId="ADAL" clId="{4EB59A4C-3464-40AA-9281-E948B63C16A3}" dt="2026-02-17T15:18:28.099" v="2652" actId="478"/>
          <ac:picMkLst>
            <pc:docMk/>
            <pc:sldMk cId="3315383899" sldId="299"/>
            <ac:picMk id="7" creationId="{9CB9F53D-1FE9-0744-AD60-1775F3823CA5}"/>
          </ac:picMkLst>
        </pc:picChg>
        <pc:picChg chg="add del mod">
          <ac:chgData name="Javier Garcia-Meras Palacios" userId="ef8db670-67c2-4c62-8f5e-6e9c1366baff" providerId="ADAL" clId="{4EB59A4C-3464-40AA-9281-E948B63C16A3}" dt="2026-02-17T15:15:52.373" v="2642" actId="478"/>
          <ac:picMkLst>
            <pc:docMk/>
            <pc:sldMk cId="3315383899" sldId="299"/>
            <ac:picMk id="8" creationId="{FED65C05-B027-61B0-49AE-44EBCAE8D2D6}"/>
          </ac:picMkLst>
        </pc:picChg>
        <pc:picChg chg="del mod">
          <ac:chgData name="Javier Garcia-Meras Palacios" userId="ef8db670-67c2-4c62-8f5e-6e9c1366baff" providerId="ADAL" clId="{4EB59A4C-3464-40AA-9281-E948B63C16A3}" dt="2026-02-17T15:16:33.603" v="2646" actId="478"/>
          <ac:picMkLst>
            <pc:docMk/>
            <pc:sldMk cId="3315383899" sldId="299"/>
            <ac:picMk id="10" creationId="{E664C7C8-C537-6149-9AC0-78E8A1129365}"/>
          </ac:picMkLst>
        </pc:picChg>
        <pc:picChg chg="del">
          <ac:chgData name="Javier Garcia-Meras Palacios" userId="ef8db670-67c2-4c62-8f5e-6e9c1366baff" providerId="ADAL" clId="{4EB59A4C-3464-40AA-9281-E948B63C16A3}" dt="2026-02-17T15:15:41.828" v="2636" actId="478"/>
          <ac:picMkLst>
            <pc:docMk/>
            <pc:sldMk cId="3315383899" sldId="299"/>
            <ac:picMk id="11" creationId="{4DE812C8-EF89-4B4E-BDFD-28F801EF66D7}"/>
          </ac:picMkLst>
        </pc:picChg>
        <pc:picChg chg="del">
          <ac:chgData name="Javier Garcia-Meras Palacios" userId="ef8db670-67c2-4c62-8f5e-6e9c1366baff" providerId="ADAL" clId="{4EB59A4C-3464-40AA-9281-E948B63C16A3}" dt="2026-02-16T15:58:23.009" v="372" actId="478"/>
          <ac:picMkLst>
            <pc:docMk/>
            <pc:sldMk cId="3315383899" sldId="299"/>
            <ac:picMk id="12" creationId="{C57CC32E-DC5E-504C-8EED-3D2917960F1D}"/>
          </ac:picMkLst>
        </pc:picChg>
        <pc:picChg chg="add mod">
          <ac:chgData name="Javier Garcia-Meras Palacios" userId="ef8db670-67c2-4c62-8f5e-6e9c1366baff" providerId="ADAL" clId="{4EB59A4C-3464-40AA-9281-E948B63C16A3}" dt="2026-02-17T15:16:14.677" v="2643" actId="931"/>
          <ac:picMkLst>
            <pc:docMk/>
            <pc:sldMk cId="3315383899" sldId="299"/>
            <ac:picMk id="14" creationId="{C3648F5E-7508-28FD-3CEA-C3F0063ED02F}"/>
          </ac:picMkLst>
        </pc:picChg>
        <pc:picChg chg="add mod">
          <ac:chgData name="Javier Garcia-Meras Palacios" userId="ef8db670-67c2-4c62-8f5e-6e9c1366baff" providerId="ADAL" clId="{4EB59A4C-3464-40AA-9281-E948B63C16A3}" dt="2026-02-17T15:16:30.515" v="2645" actId="1076"/>
          <ac:picMkLst>
            <pc:docMk/>
            <pc:sldMk cId="3315383899" sldId="299"/>
            <ac:picMk id="17" creationId="{AE441E46-FB43-5D14-10E1-19034410B8BE}"/>
          </ac:picMkLst>
        </pc:picChg>
        <pc:picChg chg="add mod">
          <ac:chgData name="Javier Garcia-Meras Palacios" userId="ef8db670-67c2-4c62-8f5e-6e9c1366baff" providerId="ADAL" clId="{4EB59A4C-3464-40AA-9281-E948B63C16A3}" dt="2026-02-17T15:17:33.394" v="2648" actId="1076"/>
          <ac:picMkLst>
            <pc:docMk/>
            <pc:sldMk cId="3315383899" sldId="299"/>
            <ac:picMk id="19" creationId="{FA38A196-1A29-C6A5-11C3-4A995CCCFB8B}"/>
          </ac:picMkLst>
        </pc:picChg>
        <pc:picChg chg="add mod">
          <ac:chgData name="Javier Garcia-Meras Palacios" userId="ef8db670-67c2-4c62-8f5e-6e9c1366baff" providerId="ADAL" clId="{4EB59A4C-3464-40AA-9281-E948B63C16A3}" dt="2026-02-16T15:59:23.079" v="412"/>
          <ac:picMkLst>
            <pc:docMk/>
            <pc:sldMk cId="3315383899" sldId="299"/>
            <ac:picMk id="20" creationId="{9E5174B0-AECB-EA96-F906-6611119323A9}"/>
          </ac:picMkLst>
        </pc:picChg>
        <pc:picChg chg="add mod">
          <ac:chgData name="Javier Garcia-Meras Palacios" userId="ef8db670-67c2-4c62-8f5e-6e9c1366baff" providerId="ADAL" clId="{4EB59A4C-3464-40AA-9281-E948B63C16A3}" dt="2026-02-16T15:59:23.079" v="412"/>
          <ac:picMkLst>
            <pc:docMk/>
            <pc:sldMk cId="3315383899" sldId="299"/>
            <ac:picMk id="21" creationId="{77E029E4-516E-56D9-49A1-EE6BBAE801A8}"/>
          </ac:picMkLst>
        </pc:picChg>
        <pc:picChg chg="add mod">
          <ac:chgData name="Javier Garcia-Meras Palacios" userId="ef8db670-67c2-4c62-8f5e-6e9c1366baff" providerId="ADAL" clId="{4EB59A4C-3464-40AA-9281-E948B63C16A3}" dt="2026-02-17T15:18:20.891" v="2651" actId="1076"/>
          <ac:picMkLst>
            <pc:docMk/>
            <pc:sldMk cId="3315383899" sldId="299"/>
            <ac:picMk id="21" creationId="{EFC6F447-633E-443D-1A68-734DE175E5C9}"/>
          </ac:picMkLst>
        </pc:picChg>
        <pc:picChg chg="add mod">
          <ac:chgData name="Javier Garcia-Meras Palacios" userId="ef8db670-67c2-4c62-8f5e-6e9c1366baff" providerId="ADAL" clId="{4EB59A4C-3464-40AA-9281-E948B63C16A3}" dt="2026-02-16T15:59:23.079" v="412"/>
          <ac:picMkLst>
            <pc:docMk/>
            <pc:sldMk cId="3315383899" sldId="299"/>
            <ac:picMk id="22" creationId="{92B172AC-B1BC-59AB-DBC6-99241D89CBD9}"/>
          </ac:picMkLst>
        </pc:picChg>
        <pc:picChg chg="add del mod">
          <ac:chgData name="Javier Garcia-Meras Palacios" userId="ef8db670-67c2-4c62-8f5e-6e9c1366baff" providerId="ADAL" clId="{4EB59A4C-3464-40AA-9281-E948B63C16A3}" dt="2026-02-17T15:18:58.434" v="2655" actId="478"/>
          <ac:picMkLst>
            <pc:docMk/>
            <pc:sldMk cId="3315383899" sldId="299"/>
            <ac:picMk id="26" creationId="{3AA90C39-80B2-9874-03A1-16AF33E45A28}"/>
          </ac:picMkLst>
        </pc:picChg>
        <pc:picChg chg="add del mod">
          <ac:chgData name="Javier Garcia-Meras Palacios" userId="ef8db670-67c2-4c62-8f5e-6e9c1366baff" providerId="ADAL" clId="{4EB59A4C-3464-40AA-9281-E948B63C16A3}" dt="2026-02-17T15:17:36.596" v="2649" actId="478"/>
          <ac:picMkLst>
            <pc:docMk/>
            <pc:sldMk cId="3315383899" sldId="299"/>
            <ac:picMk id="27" creationId="{F742E7ED-950F-662A-3D44-ADCACCBD80DB}"/>
          </ac:picMkLst>
        </pc:picChg>
        <pc:picChg chg="add del mod">
          <ac:chgData name="Javier Garcia-Meras Palacios" userId="ef8db670-67c2-4c62-8f5e-6e9c1366baff" providerId="ADAL" clId="{4EB59A4C-3464-40AA-9281-E948B63C16A3}" dt="2026-02-17T15:15:49.587" v="2640" actId="478"/>
          <ac:picMkLst>
            <pc:docMk/>
            <pc:sldMk cId="3315383899" sldId="299"/>
            <ac:picMk id="28" creationId="{3B1A1AF9-9C25-49D3-B365-DBBEF53363B3}"/>
          </ac:picMkLst>
        </pc:picChg>
        <pc:picChg chg="add mod">
          <ac:chgData name="Javier Garcia-Meras Palacios" userId="ef8db670-67c2-4c62-8f5e-6e9c1366baff" providerId="ADAL" clId="{4EB59A4C-3464-40AA-9281-E948B63C16A3}" dt="2026-02-17T15:18:56.314" v="2654" actId="1076"/>
          <ac:picMkLst>
            <pc:docMk/>
            <pc:sldMk cId="3315383899" sldId="299"/>
            <ac:picMk id="29" creationId="{5F78883A-50C3-3488-90B2-EC5383A6E495}"/>
          </ac:picMkLst>
        </pc:picChg>
        <pc:picChg chg="add mod">
          <ac:chgData name="Javier Garcia-Meras Palacios" userId="ef8db670-67c2-4c62-8f5e-6e9c1366baff" providerId="ADAL" clId="{4EB59A4C-3464-40AA-9281-E948B63C16A3}" dt="2026-02-17T15:19:46.955" v="2658" actId="1076"/>
          <ac:picMkLst>
            <pc:docMk/>
            <pc:sldMk cId="3315383899" sldId="299"/>
            <ac:picMk id="31" creationId="{B02B8B18-4C6C-928B-9AD1-CD0C54C7D8F9}"/>
          </ac:picMkLst>
        </pc:picChg>
      </pc:sldChg>
      <pc:sldChg chg="del">
        <pc:chgData name="Javier Garcia-Meras Palacios" userId="ef8db670-67c2-4c62-8f5e-6e9c1366baff" providerId="ADAL" clId="{4EB59A4C-3464-40AA-9281-E948B63C16A3}" dt="2026-02-16T16:06:55.409" v="520" actId="47"/>
        <pc:sldMkLst>
          <pc:docMk/>
          <pc:sldMk cId="3673536641" sldId="300"/>
        </pc:sldMkLst>
      </pc:sldChg>
      <pc:sldChg chg="del">
        <pc:chgData name="Javier Garcia-Meras Palacios" userId="ef8db670-67c2-4c62-8f5e-6e9c1366baff" providerId="ADAL" clId="{4EB59A4C-3464-40AA-9281-E948B63C16A3}" dt="2026-02-17T12:29:57.975" v="733" actId="47"/>
        <pc:sldMkLst>
          <pc:docMk/>
          <pc:sldMk cId="1407851757" sldId="303"/>
        </pc:sldMkLst>
      </pc:sldChg>
      <pc:sldChg chg="addSp modSp mod modClrScheme chgLayout">
        <pc:chgData name="Javier Garcia-Meras Palacios" userId="ef8db670-67c2-4c62-8f5e-6e9c1366baff" providerId="ADAL" clId="{4EB59A4C-3464-40AA-9281-E948B63C16A3}" dt="2026-02-17T15:23:58.756" v="2694" actId="20577"/>
        <pc:sldMkLst>
          <pc:docMk/>
          <pc:sldMk cId="2005786177" sldId="305"/>
        </pc:sldMkLst>
        <pc:spChg chg="mod or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05786177" sldId="305"/>
            <ac:spMk id="2" creationId="{34D79020-84A8-1849-AA6F-6FFA9682AAEA}"/>
          </ac:spMkLst>
        </pc:spChg>
        <pc:spChg chg="mod ord">
          <ac:chgData name="Javier Garcia-Meras Palacios" userId="ef8db670-67c2-4c62-8f5e-6e9c1366baff" providerId="ADAL" clId="{4EB59A4C-3464-40AA-9281-E948B63C16A3}" dt="2026-02-17T15:23:53.224" v="2691" actId="313"/>
          <ac:spMkLst>
            <pc:docMk/>
            <pc:sldMk cId="2005786177" sldId="305"/>
            <ac:spMk id="3" creationId="{32774296-CF93-C506-66F5-2BAF39D4761C}"/>
          </ac:spMkLst>
        </pc:spChg>
        <pc:spChg chg="mod or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05786177" sldId="305"/>
            <ac:spMk id="4" creationId="{9D9E0F47-C2A1-01B3-D5F7-E14DC7711059}"/>
          </ac:spMkLst>
        </pc:spChg>
        <pc:spChg chg="mod ord">
          <ac:chgData name="Javier Garcia-Meras Palacios" userId="ef8db670-67c2-4c62-8f5e-6e9c1366baff" providerId="ADAL" clId="{4EB59A4C-3464-40AA-9281-E948B63C16A3}" dt="2026-02-17T15:23:58.756" v="2694" actId="20577"/>
          <ac:spMkLst>
            <pc:docMk/>
            <pc:sldMk cId="2005786177" sldId="305"/>
            <ac:spMk id="5" creationId="{5A50F988-9678-BC91-AC08-0368EDB63CCD}"/>
          </ac:spMkLst>
        </pc:spChg>
        <pc:spChg chg="mod or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05786177" sldId="305"/>
            <ac:spMk id="6" creationId="{832090A2-0301-45FA-A2DB-58C40C445D8B}"/>
          </ac:spMkLst>
        </pc:spChg>
        <pc:spChg chg="mod or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05786177" sldId="305"/>
            <ac:spMk id="7" creationId="{7C45ECFE-6D0C-E907-7F90-58964E2264F7}"/>
          </ac:spMkLst>
        </pc:spChg>
        <pc:spChg chg="mod or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005786177" sldId="305"/>
            <ac:spMk id="8" creationId="{6F9B6786-8EC6-CE34-4E0C-7146D2DBBDAC}"/>
          </ac:spMkLst>
        </pc:spChg>
        <pc:spChg chg="add">
          <ac:chgData name="Javier Garcia-Meras Palacios" userId="ef8db670-67c2-4c62-8f5e-6e9c1366baff" providerId="ADAL" clId="{4EB59A4C-3464-40AA-9281-E948B63C16A3}" dt="2026-02-17T12:38:12.877" v="1018"/>
          <ac:spMkLst>
            <pc:docMk/>
            <pc:sldMk cId="2005786177" sldId="305"/>
            <ac:spMk id="9" creationId="{74C7453A-3E58-24B8-5A16-D62BA7078933}"/>
          </ac:spMkLst>
        </pc:spChg>
        <pc:spChg chg="add mod">
          <ac:chgData name="Javier Garcia-Meras Palacios" userId="ef8db670-67c2-4c62-8f5e-6e9c1366baff" providerId="ADAL" clId="{4EB59A4C-3464-40AA-9281-E948B63C16A3}" dt="2026-02-17T12:38:24.322" v="1020"/>
          <ac:spMkLst>
            <pc:docMk/>
            <pc:sldMk cId="2005786177" sldId="305"/>
            <ac:spMk id="10" creationId="{F5D7F795-FD66-9A65-87C3-536D89155EE6}"/>
          </ac:spMkLst>
        </pc:spChg>
      </pc:sldChg>
      <pc:sldChg chg="del">
        <pc:chgData name="Javier Garcia-Meras Palacios" userId="ef8db670-67c2-4c62-8f5e-6e9c1366baff" providerId="ADAL" clId="{4EB59A4C-3464-40AA-9281-E948B63C16A3}" dt="2026-02-17T13:54:28.833" v="2079" actId="47"/>
        <pc:sldMkLst>
          <pc:docMk/>
          <pc:sldMk cId="1568728407" sldId="306"/>
        </pc:sldMkLst>
      </pc:sldChg>
      <pc:sldChg chg="del">
        <pc:chgData name="Javier Garcia-Meras Palacios" userId="ef8db670-67c2-4c62-8f5e-6e9c1366baff" providerId="ADAL" clId="{4EB59A4C-3464-40AA-9281-E948B63C16A3}" dt="2026-02-17T13:54:30.929" v="2080" actId="47"/>
        <pc:sldMkLst>
          <pc:docMk/>
          <pc:sldMk cId="4140257571" sldId="307"/>
        </pc:sldMkLst>
      </pc:sldChg>
      <pc:sldChg chg="del">
        <pc:chgData name="Javier Garcia-Meras Palacios" userId="ef8db670-67c2-4c62-8f5e-6e9c1366baff" providerId="ADAL" clId="{4EB59A4C-3464-40AA-9281-E948B63C16A3}" dt="2026-02-17T13:54:32.855" v="2081" actId="47"/>
        <pc:sldMkLst>
          <pc:docMk/>
          <pc:sldMk cId="3578821933" sldId="308"/>
        </pc:sldMkLst>
      </pc:sldChg>
      <pc:sldChg chg="del">
        <pc:chgData name="Javier Garcia-Meras Palacios" userId="ef8db670-67c2-4c62-8f5e-6e9c1366baff" providerId="ADAL" clId="{4EB59A4C-3464-40AA-9281-E948B63C16A3}" dt="2026-02-17T13:54:38.110" v="2082" actId="47"/>
        <pc:sldMkLst>
          <pc:docMk/>
          <pc:sldMk cId="4111644550" sldId="309"/>
        </pc:sldMkLst>
      </pc:sldChg>
      <pc:sldChg chg="del">
        <pc:chgData name="Javier Garcia-Meras Palacios" userId="ef8db670-67c2-4c62-8f5e-6e9c1366baff" providerId="ADAL" clId="{4EB59A4C-3464-40AA-9281-E948B63C16A3}" dt="2026-02-17T13:54:39.339" v="2083" actId="47"/>
        <pc:sldMkLst>
          <pc:docMk/>
          <pc:sldMk cId="692250796" sldId="310"/>
        </pc:sldMkLst>
      </pc:sldChg>
      <pc:sldChg chg="del">
        <pc:chgData name="Javier Garcia-Meras Palacios" userId="ef8db670-67c2-4c62-8f5e-6e9c1366baff" providerId="ADAL" clId="{4EB59A4C-3464-40AA-9281-E948B63C16A3}" dt="2026-02-17T12:29:56.068" v="732" actId="47"/>
        <pc:sldMkLst>
          <pc:docMk/>
          <pc:sldMk cId="2940457496" sldId="311"/>
        </pc:sldMkLst>
      </pc:sldChg>
      <pc:sldChg chg="del">
        <pc:chgData name="Javier Garcia-Meras Palacios" userId="ef8db670-67c2-4c62-8f5e-6e9c1366baff" providerId="ADAL" clId="{4EB59A4C-3464-40AA-9281-E948B63C16A3}" dt="2026-02-17T13:54:27.540" v="2078" actId="47"/>
        <pc:sldMkLst>
          <pc:docMk/>
          <pc:sldMk cId="117508562" sldId="312"/>
        </pc:sldMkLst>
      </pc:sldChg>
      <pc:sldChg chg="del">
        <pc:chgData name="Javier Garcia-Meras Palacios" userId="ef8db670-67c2-4c62-8f5e-6e9c1366baff" providerId="ADAL" clId="{4EB59A4C-3464-40AA-9281-E948B63C16A3}" dt="2026-02-16T12:53:00.579" v="0" actId="47"/>
        <pc:sldMkLst>
          <pc:docMk/>
          <pc:sldMk cId="2251595216" sldId="313"/>
        </pc:sldMkLst>
      </pc:sldChg>
      <pc:sldChg chg="del">
        <pc:chgData name="Javier Garcia-Meras Palacios" userId="ef8db670-67c2-4c62-8f5e-6e9c1366baff" providerId="ADAL" clId="{4EB59A4C-3464-40AA-9281-E948B63C16A3}" dt="2026-02-16T12:53:02.138" v="1" actId="47"/>
        <pc:sldMkLst>
          <pc:docMk/>
          <pc:sldMk cId="3495563930" sldId="314"/>
        </pc:sldMkLst>
      </pc:sldChg>
      <pc:sldChg chg="addSp delSp modSp mo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1091758378" sldId="315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091758378" sldId="315"/>
            <ac:spMk id="2" creationId="{4997CAAB-9446-59FF-243A-7038C99C4381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091758378" sldId="315"/>
            <ac:spMk id="3" creationId="{866F1348-C29A-8394-A8EB-F3C72CCCA662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091758378" sldId="315"/>
            <ac:spMk id="4" creationId="{118BB616-E008-9EEA-CF11-FDA3ED71E058}"/>
          </ac:spMkLst>
        </pc:spChg>
        <pc:spChg chg="del mod">
          <ac:chgData name="Javier Garcia-Meras Palacios" userId="ef8db670-67c2-4c62-8f5e-6e9c1366baff" providerId="ADAL" clId="{4EB59A4C-3464-40AA-9281-E948B63C16A3}" dt="2026-02-17T13:57:56.997" v="2254" actId="478"/>
          <ac:spMkLst>
            <pc:docMk/>
            <pc:sldMk cId="1091758378" sldId="315"/>
            <ac:spMk id="5" creationId="{7E8E7300-CAA1-E0A8-50A1-F957EE0E43EC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091758378" sldId="315"/>
            <ac:spMk id="6" creationId="{FA60C1C5-FA08-1446-3927-E91F901A3177}"/>
          </ac:spMkLst>
        </pc:spChg>
        <pc:spChg chg="del">
          <ac:chgData name="Javier Garcia-Meras Palacios" userId="ef8db670-67c2-4c62-8f5e-6e9c1366baff" providerId="ADAL" clId="{4EB59A4C-3464-40AA-9281-E948B63C16A3}" dt="2026-02-17T13:58:26.662" v="2289" actId="478"/>
          <ac:spMkLst>
            <pc:docMk/>
            <pc:sldMk cId="1091758378" sldId="315"/>
            <ac:spMk id="7" creationId="{C87B0F3B-29AE-B78D-2DDE-A96253C913EB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091758378" sldId="315"/>
            <ac:spMk id="8" creationId="{DBC79DBA-E3F7-C06C-3B63-A0E0443B8549}"/>
          </ac:spMkLst>
        </pc:spChg>
        <pc:spChg chg="del">
          <ac:chgData name="Javier Garcia-Meras Palacios" userId="ef8db670-67c2-4c62-8f5e-6e9c1366baff" providerId="ADAL" clId="{4EB59A4C-3464-40AA-9281-E948B63C16A3}" dt="2026-02-17T13:58:44.245" v="2326" actId="478"/>
          <ac:spMkLst>
            <pc:docMk/>
            <pc:sldMk cId="1091758378" sldId="315"/>
            <ac:spMk id="9" creationId="{D297248C-08B6-F196-DD88-AC29AA6D57D4}"/>
          </ac:spMkLst>
        </pc:spChg>
        <pc:spChg chg="add del mod">
          <ac:chgData name="Javier Garcia-Meras Palacios" userId="ef8db670-67c2-4c62-8f5e-6e9c1366baff" providerId="ADAL" clId="{4EB59A4C-3464-40AA-9281-E948B63C16A3}" dt="2026-02-17T13:57:59.556" v="2255" actId="478"/>
          <ac:spMkLst>
            <pc:docMk/>
            <pc:sldMk cId="1091758378" sldId="315"/>
            <ac:spMk id="11" creationId="{8892DEC3-FDE5-8D47-C720-B65A206C81ED}"/>
          </ac:spMkLst>
        </pc:spChg>
        <pc:spChg chg="add del mod">
          <ac:chgData name="Javier Garcia-Meras Palacios" userId="ef8db670-67c2-4c62-8f5e-6e9c1366baff" providerId="ADAL" clId="{4EB59A4C-3464-40AA-9281-E948B63C16A3}" dt="2026-02-17T13:58:28.017" v="2290" actId="478"/>
          <ac:spMkLst>
            <pc:docMk/>
            <pc:sldMk cId="1091758378" sldId="315"/>
            <ac:spMk id="13" creationId="{BE8E2281-DBA3-0F48-5186-DB4DF6B987F8}"/>
          </ac:spMkLst>
        </pc:spChg>
        <pc:spChg chg="add del mod">
          <ac:chgData name="Javier Garcia-Meras Palacios" userId="ef8db670-67c2-4c62-8f5e-6e9c1366baff" providerId="ADAL" clId="{4EB59A4C-3464-40AA-9281-E948B63C16A3}" dt="2026-02-17T13:58:45.364" v="2327" actId="478"/>
          <ac:spMkLst>
            <pc:docMk/>
            <pc:sldMk cId="1091758378" sldId="315"/>
            <ac:spMk id="15" creationId="{A9414115-2828-1DA6-5651-50ED2C2ABC11}"/>
          </ac:spMkLst>
        </pc:spChg>
      </pc:sldChg>
      <pc:sldChg chg="addSp delSp modSp add mod or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1849544549" sldId="316"/>
        </pc:sldMkLst>
        <pc:spChg chg="del">
          <ac:chgData name="Javier Garcia-Meras Palacios" userId="ef8db670-67c2-4c62-8f5e-6e9c1366baff" providerId="ADAL" clId="{4EB59A4C-3464-40AA-9281-E948B63C16A3}" dt="2026-02-17T12:30:17.189" v="743" actId="478"/>
          <ac:spMkLst>
            <pc:docMk/>
            <pc:sldMk cId="1849544549" sldId="316"/>
            <ac:spMk id="3" creationId="{3CB89C40-27DA-4155-2BB0-A3811DD6C91A}"/>
          </ac:spMkLst>
        </pc:spChg>
        <pc:spChg chg="del">
          <ac:chgData name="Javier Garcia-Meras Palacios" userId="ef8db670-67c2-4c62-8f5e-6e9c1366baff" providerId="ADAL" clId="{4EB59A4C-3464-40AA-9281-E948B63C16A3}" dt="2026-02-17T12:30:30.228" v="749" actId="478"/>
          <ac:spMkLst>
            <pc:docMk/>
            <pc:sldMk cId="1849544549" sldId="316"/>
            <ac:spMk id="4" creationId="{F65F359E-01A2-842B-FC59-CF07338D7490}"/>
          </ac:spMkLst>
        </pc:spChg>
        <pc:spChg chg="del">
          <ac:chgData name="Javier Garcia-Meras Palacios" userId="ef8db670-67c2-4c62-8f5e-6e9c1366baff" providerId="ADAL" clId="{4EB59A4C-3464-40AA-9281-E948B63C16A3}" dt="2026-02-17T12:30:33.618" v="751" actId="478"/>
          <ac:spMkLst>
            <pc:docMk/>
            <pc:sldMk cId="1849544549" sldId="316"/>
            <ac:spMk id="5" creationId="{595F3A07-A99F-4CB5-FB98-9199637F02B7}"/>
          </ac:spMkLst>
        </pc:spChg>
        <pc:spChg chg="add del mod">
          <ac:chgData name="Javier Garcia-Meras Palacios" userId="ef8db670-67c2-4c62-8f5e-6e9c1366baff" providerId="ADAL" clId="{4EB59A4C-3464-40AA-9281-E948B63C16A3}" dt="2026-02-17T12:30:19.216" v="744" actId="478"/>
          <ac:spMkLst>
            <pc:docMk/>
            <pc:sldMk cId="1849544549" sldId="316"/>
            <ac:spMk id="6" creationId="{94431310-8FE6-7E5F-CA0C-2723B9BD7217}"/>
          </ac:spMkLst>
        </pc:spChg>
        <pc:spChg chg="del">
          <ac:chgData name="Javier Garcia-Meras Palacios" userId="ef8db670-67c2-4c62-8f5e-6e9c1366baff" providerId="ADAL" clId="{4EB59A4C-3464-40AA-9281-E948B63C16A3}" dt="2026-02-17T12:30:20.836" v="745" actId="478"/>
          <ac:spMkLst>
            <pc:docMk/>
            <pc:sldMk cId="1849544549" sldId="316"/>
            <ac:spMk id="9" creationId="{C361E610-FD96-2EDF-851A-E3BB2A6F14C9}"/>
          </ac:spMkLst>
        </pc:spChg>
        <pc:spChg chg="add del mod">
          <ac:chgData name="Javier Garcia-Meras Palacios" userId="ef8db670-67c2-4c62-8f5e-6e9c1366baff" providerId="ADAL" clId="{4EB59A4C-3464-40AA-9281-E948B63C16A3}" dt="2026-02-17T12:30:23.121" v="746" actId="478"/>
          <ac:spMkLst>
            <pc:docMk/>
            <pc:sldMk cId="1849544549" sldId="316"/>
            <ac:spMk id="12" creationId="{29DB70DC-86DE-914A-F8E2-2796BF7F85CD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49544549" sldId="316"/>
            <ac:spMk id="13" creationId="{0B273CF3-1255-39DC-EFC9-ADEC85F71B15}"/>
          </ac:spMkLst>
        </pc:spChg>
        <pc:spChg chg="add del mod">
          <ac:chgData name="Javier Garcia-Meras Palacios" userId="ef8db670-67c2-4c62-8f5e-6e9c1366baff" providerId="ADAL" clId="{4EB59A4C-3464-40AA-9281-E948B63C16A3}" dt="2026-02-17T12:30:32.274" v="750" actId="478"/>
          <ac:spMkLst>
            <pc:docMk/>
            <pc:sldMk cId="1849544549" sldId="316"/>
            <ac:spMk id="15" creationId="{7815BA7F-CC4F-6290-D52B-D6EBDC87320B}"/>
          </ac:spMkLst>
        </pc:spChg>
        <pc:spChg chg="add del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49544549" sldId="316"/>
            <ac:spMk id="16" creationId="{A6C3AA03-582A-7A38-4D50-C1798F890391}"/>
          </ac:spMkLst>
        </pc:spChg>
        <pc:spChg chg="add del mod">
          <ac:chgData name="Javier Garcia-Meras Palacios" userId="ef8db670-67c2-4c62-8f5e-6e9c1366baff" providerId="ADAL" clId="{4EB59A4C-3464-40AA-9281-E948B63C16A3}" dt="2026-02-17T12:30:34.800" v="752" actId="478"/>
          <ac:spMkLst>
            <pc:docMk/>
            <pc:sldMk cId="1849544549" sldId="316"/>
            <ac:spMk id="18" creationId="{89147C1E-9975-4F3C-CE66-5359E5DBFE93}"/>
          </ac:spMkLst>
        </pc:spChg>
        <pc:spChg chg="del">
          <ac:chgData name="Javier Garcia-Meras Palacios" userId="ef8db670-67c2-4c62-8f5e-6e9c1366baff" providerId="ADAL" clId="{4EB59A4C-3464-40AA-9281-E948B63C16A3}" dt="2026-02-17T12:30:40.224" v="755" actId="478"/>
          <ac:spMkLst>
            <pc:docMk/>
            <pc:sldMk cId="1849544549" sldId="316"/>
            <ac:spMk id="23" creationId="{EC08ED29-8D58-2735-6FC6-856992416FD6}"/>
          </ac:spMkLst>
        </pc:spChg>
        <pc:spChg chg="del">
          <ac:chgData name="Javier Garcia-Meras Palacios" userId="ef8db670-67c2-4c62-8f5e-6e9c1366baff" providerId="ADAL" clId="{4EB59A4C-3464-40AA-9281-E948B63C16A3}" dt="2026-02-17T12:30:38.514" v="754" actId="478"/>
          <ac:spMkLst>
            <pc:docMk/>
            <pc:sldMk cId="1849544549" sldId="316"/>
            <ac:spMk id="24" creationId="{3AC7C716-ADBB-45F2-D945-826FD8F42DF1}"/>
          </ac:spMkLst>
        </pc:spChg>
        <pc:spChg chg="del">
          <ac:chgData name="Javier Garcia-Meras Palacios" userId="ef8db670-67c2-4c62-8f5e-6e9c1366baff" providerId="ADAL" clId="{4EB59A4C-3464-40AA-9281-E948B63C16A3}" dt="2026-02-17T12:30:36.900" v="753" actId="478"/>
          <ac:spMkLst>
            <pc:docMk/>
            <pc:sldMk cId="1849544549" sldId="316"/>
            <ac:spMk id="25" creationId="{7B6555AF-78C1-C434-9197-E714DEC32033}"/>
          </ac:spMkLst>
        </pc:spChg>
        <pc:picChg chg="del">
          <ac:chgData name="Javier Garcia-Meras Palacios" userId="ef8db670-67c2-4c62-8f5e-6e9c1366baff" providerId="ADAL" clId="{4EB59A4C-3464-40AA-9281-E948B63C16A3}" dt="2026-02-17T12:30:12.017" v="739" actId="478"/>
          <ac:picMkLst>
            <pc:docMk/>
            <pc:sldMk cId="1849544549" sldId="316"/>
            <ac:picMk id="7" creationId="{D20EC8C4-1F52-0754-D38D-80FC1C43D7FC}"/>
          </ac:picMkLst>
        </pc:picChg>
        <pc:picChg chg="del">
          <ac:chgData name="Javier Garcia-Meras Palacios" userId="ef8db670-67c2-4c62-8f5e-6e9c1366baff" providerId="ADAL" clId="{4EB59A4C-3464-40AA-9281-E948B63C16A3}" dt="2026-02-17T12:30:11.185" v="738" actId="478"/>
          <ac:picMkLst>
            <pc:docMk/>
            <pc:sldMk cId="1849544549" sldId="316"/>
            <ac:picMk id="10" creationId="{31DD3138-E1B8-EAE2-6D44-AD222295226D}"/>
          </ac:picMkLst>
        </pc:picChg>
        <pc:picChg chg="del">
          <ac:chgData name="Javier Garcia-Meras Palacios" userId="ef8db670-67c2-4c62-8f5e-6e9c1366baff" providerId="ADAL" clId="{4EB59A4C-3464-40AA-9281-E948B63C16A3}" dt="2026-02-17T12:30:10.594" v="737" actId="478"/>
          <ac:picMkLst>
            <pc:docMk/>
            <pc:sldMk cId="1849544549" sldId="316"/>
            <ac:picMk id="11" creationId="{E270EF1A-7161-2FB1-F427-9BF653877B37}"/>
          </ac:picMkLst>
        </pc:picChg>
        <pc:picChg chg="add mod">
          <ac:chgData name="Javier Garcia-Meras Palacios" userId="ef8db670-67c2-4c62-8f5e-6e9c1366baff" providerId="ADAL" clId="{4EB59A4C-3464-40AA-9281-E948B63C16A3}" dt="2026-02-17T12:31:05.346" v="769" actId="27614"/>
          <ac:picMkLst>
            <pc:docMk/>
            <pc:sldMk cId="1849544549" sldId="316"/>
            <ac:picMk id="20" creationId="{548644E2-FD0D-4BB8-8420-2EBEA87061FE}"/>
          </ac:picMkLst>
        </pc:picChg>
        <pc:picChg chg="del">
          <ac:chgData name="Javier Garcia-Meras Palacios" userId="ef8db670-67c2-4c62-8f5e-6e9c1366baff" providerId="ADAL" clId="{4EB59A4C-3464-40AA-9281-E948B63C16A3}" dt="2026-02-17T12:30:12.831" v="740" actId="478"/>
          <ac:picMkLst>
            <pc:docMk/>
            <pc:sldMk cId="1849544549" sldId="316"/>
            <ac:picMk id="26" creationId="{6A1A631B-4343-01C7-4E57-B6C61D9A0301}"/>
          </ac:picMkLst>
        </pc:picChg>
        <pc:picChg chg="del">
          <ac:chgData name="Javier Garcia-Meras Palacios" userId="ef8db670-67c2-4c62-8f5e-6e9c1366baff" providerId="ADAL" clId="{4EB59A4C-3464-40AA-9281-E948B63C16A3}" dt="2026-02-17T12:30:13.458" v="741" actId="478"/>
          <ac:picMkLst>
            <pc:docMk/>
            <pc:sldMk cId="1849544549" sldId="316"/>
            <ac:picMk id="27" creationId="{E6977B0B-157E-9B54-9422-DB24D39844F8}"/>
          </ac:picMkLst>
        </pc:picChg>
        <pc:picChg chg="del">
          <ac:chgData name="Javier Garcia-Meras Palacios" userId="ef8db670-67c2-4c62-8f5e-6e9c1366baff" providerId="ADAL" clId="{4EB59A4C-3464-40AA-9281-E948B63C16A3}" dt="2026-02-17T12:30:14.289" v="742" actId="478"/>
          <ac:picMkLst>
            <pc:docMk/>
            <pc:sldMk cId="1849544549" sldId="316"/>
            <ac:picMk id="28" creationId="{A480FE7D-B72B-43AF-EC3B-2166C7E11710}"/>
          </ac:picMkLst>
        </pc:picChg>
      </pc:sldChg>
      <pc:sldChg chg="modSp add mod">
        <pc:chgData name="Javier Garcia-Meras Palacios" userId="ef8db670-67c2-4c62-8f5e-6e9c1366baff" providerId="ADAL" clId="{4EB59A4C-3464-40AA-9281-E948B63C16A3}" dt="2026-02-17T15:24:05.384" v="2695" actId="313"/>
        <pc:sldMkLst>
          <pc:docMk/>
          <pc:sldMk cId="1828687285" sldId="317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28687285" sldId="317"/>
            <ac:spMk id="2" creationId="{E5025F77-26C9-59DC-D773-E98988A2446A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28687285" sldId="317"/>
            <ac:spMk id="3" creationId="{6BCAF0F9-1E54-E6DA-F623-D4003206F389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28687285" sldId="317"/>
            <ac:spMk id="4" creationId="{3A6AAEE6-54E1-5E68-E5DA-A7722AF61C2B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28687285" sldId="317"/>
            <ac:spMk id="5" creationId="{FFD8346F-FEAB-8311-E473-653CB1DC9E59}"/>
          </ac:spMkLst>
        </pc:spChg>
        <pc:spChg chg="mod">
          <ac:chgData name="Javier Garcia-Meras Palacios" userId="ef8db670-67c2-4c62-8f5e-6e9c1366baff" providerId="ADAL" clId="{4EB59A4C-3464-40AA-9281-E948B63C16A3}" dt="2026-02-17T15:24:05.384" v="2695" actId="313"/>
          <ac:spMkLst>
            <pc:docMk/>
            <pc:sldMk cId="1828687285" sldId="317"/>
            <ac:spMk id="6" creationId="{47E798E5-FFF9-C0DC-2D90-5BBD72968DAE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28687285" sldId="317"/>
            <ac:spMk id="7" creationId="{E0BB13CD-7C30-E132-571D-6E0C073A70D4}"/>
          </ac:spMkLst>
        </pc:spChg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1828687285" sldId="317"/>
            <ac:spMk id="8" creationId="{676D1234-1A29-7BE1-1513-C327452320ED}"/>
          </ac:spMkLst>
        </pc:spChg>
      </pc:sldChg>
      <pc:sldChg chg="addSp delSp modSp add mod ord modClrScheme chgLayout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3725728872" sldId="318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725728872" sldId="318"/>
            <ac:spMk id="2" creationId="{D336D988-15DF-F46F-6939-1C80F0F308B0}"/>
          </ac:spMkLst>
        </pc:spChg>
        <pc:spChg chg="del">
          <ac:chgData name="Javier Garcia-Meras Palacios" userId="ef8db670-67c2-4c62-8f5e-6e9c1366baff" providerId="ADAL" clId="{4EB59A4C-3464-40AA-9281-E948B63C16A3}" dt="2026-02-17T15:14:14.182" v="2633" actId="26606"/>
          <ac:spMkLst>
            <pc:docMk/>
            <pc:sldMk cId="3725728872" sldId="318"/>
            <ac:spMk id="3" creationId="{D9BFFF77-F512-E9BC-D0A7-B2C05B02CE60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3725728872" sldId="318"/>
            <ac:spMk id="9" creationId="{85CD307C-92DA-5050-DA62-653A9761E991}"/>
          </ac:spMkLst>
        </pc:spChg>
        <pc:graphicFrameChg chg="mod modGraphic">
          <ac:chgData name="Javier Garcia-Meras Palacios" userId="ef8db670-67c2-4c62-8f5e-6e9c1366baff" providerId="ADAL" clId="{4EB59A4C-3464-40AA-9281-E948B63C16A3}" dt="2026-02-17T15:23:30.836" v="2688" actId="790"/>
          <ac:graphicFrameMkLst>
            <pc:docMk/>
            <pc:sldMk cId="3725728872" sldId="318"/>
            <ac:graphicFrameMk id="4" creationId="{BDB05ED2-DA9D-FF75-6AF3-6EBD7DE0EDB6}"/>
          </ac:graphicFrameMkLst>
        </pc:graphicFrameChg>
      </pc:sldChg>
      <pc:sldChg chg="add del">
        <pc:chgData name="Javier Garcia-Meras Palacios" userId="ef8db670-67c2-4c62-8f5e-6e9c1366baff" providerId="ADAL" clId="{4EB59A4C-3464-40AA-9281-E948B63C16A3}" dt="2026-02-17T13:54:17.767" v="2074"/>
        <pc:sldMkLst>
          <pc:docMk/>
          <pc:sldMk cId="2014571522" sldId="319"/>
        </pc:sldMkLst>
      </pc:sldChg>
      <pc:sldChg chg="addSp delSp modSp add mod ord">
        <pc:chgData name="Javier Garcia-Meras Palacios" userId="ef8db670-67c2-4c62-8f5e-6e9c1366baff" providerId="ADAL" clId="{4EB59A4C-3464-40AA-9281-E948B63C16A3}" dt="2026-02-17T15:23:30.836" v="2688" actId="790"/>
        <pc:sldMkLst>
          <pc:docMk/>
          <pc:sldMk cId="2944632056" sldId="319"/>
        </pc:sldMkLst>
        <pc:spChg chg="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944632056" sldId="319"/>
            <ac:spMk id="6" creationId="{B1979C80-7483-089D-298F-AC90657B5088}"/>
          </ac:spMkLst>
        </pc:spChg>
        <pc:spChg chg="del">
          <ac:chgData name="Javier Garcia-Meras Palacios" userId="ef8db670-67c2-4c62-8f5e-6e9c1366baff" providerId="ADAL" clId="{4EB59A4C-3464-40AA-9281-E948B63C16A3}" dt="2026-02-17T15:08:29.334" v="2330" actId="26606"/>
          <ac:spMkLst>
            <pc:docMk/>
            <pc:sldMk cId="2944632056" sldId="319"/>
            <ac:spMk id="8" creationId="{CC0FA928-2F78-4E68-4C31-712A681750C4}"/>
          </ac:spMkLst>
        </pc:spChg>
        <pc:spChg chg="add mod">
          <ac:chgData name="Javier Garcia-Meras Palacios" userId="ef8db670-67c2-4c62-8f5e-6e9c1366baff" providerId="ADAL" clId="{4EB59A4C-3464-40AA-9281-E948B63C16A3}" dt="2026-02-17T15:23:30.836" v="2688" actId="790"/>
          <ac:spMkLst>
            <pc:docMk/>
            <pc:sldMk cId="2944632056" sldId="319"/>
            <ac:spMk id="14" creationId="{3B2049B7-7CD6-B218-57FA-59D35CAD8C1F}"/>
          </ac:spMkLst>
        </pc:spChg>
        <pc:graphicFrameChg chg="mod modGraphic">
          <ac:chgData name="Javier Garcia-Meras Palacios" userId="ef8db670-67c2-4c62-8f5e-6e9c1366baff" providerId="ADAL" clId="{4EB59A4C-3464-40AA-9281-E948B63C16A3}" dt="2026-02-17T15:23:30.836" v="2688" actId="790"/>
          <ac:graphicFrameMkLst>
            <pc:docMk/>
            <pc:sldMk cId="2944632056" sldId="319"/>
            <ac:graphicFrameMk id="9" creationId="{49F1B418-8282-BF22-57F6-F46535B54CB1}"/>
          </ac:graphicFrameMkLst>
        </pc:graphicFrameChg>
      </pc:sldChg>
      <pc:sldMasterChg chg="delSldLayout">
        <pc:chgData name="Javier Garcia-Meras Palacios" userId="ef8db670-67c2-4c62-8f5e-6e9c1366baff" providerId="ADAL" clId="{4EB59A4C-3464-40AA-9281-E948B63C16A3}" dt="2026-02-17T13:54:32.855" v="2081" actId="47"/>
        <pc:sldMasterMkLst>
          <pc:docMk/>
          <pc:sldMasterMk cId="2567727638" sldId="2147483660"/>
        </pc:sldMasterMkLst>
        <pc:sldLayoutChg chg="del">
          <pc:chgData name="Javier Garcia-Meras Palacios" userId="ef8db670-67c2-4c62-8f5e-6e9c1366baff" providerId="ADAL" clId="{4EB59A4C-3464-40AA-9281-E948B63C16A3}" dt="2026-02-17T13:54:32.855" v="2081" actId="47"/>
          <pc:sldLayoutMkLst>
            <pc:docMk/>
            <pc:sldMasterMk cId="2567727638" sldId="2147483660"/>
            <pc:sldLayoutMk cId="1399701504" sldId="2147483686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D41322-1495-4658-B4DB-BF8DB0F9DFF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E975C84-BA77-4E03-9F29-C1942C2E2E78}">
      <dgm:prSet phldrT="[Texto]" phldr="0"/>
      <dgm:spPr/>
      <dgm:t>
        <a:bodyPr/>
        <a:lstStyle/>
        <a:p>
          <a:r>
            <a:rPr lang="es-ES" noProof="0" dirty="0"/>
            <a:t>Facilitar el acceso seguro a información corporativa.</a:t>
          </a:r>
        </a:p>
      </dgm:t>
    </dgm:pt>
    <dgm:pt modelId="{7EFFA73A-7F59-4094-8890-AE0E8CFA52E6}" type="parTrans" cxnId="{DC421715-1F52-4F24-B474-7912F5AC8CC6}">
      <dgm:prSet/>
      <dgm:spPr/>
      <dgm:t>
        <a:bodyPr/>
        <a:lstStyle/>
        <a:p>
          <a:endParaRPr lang="es-ES"/>
        </a:p>
      </dgm:t>
    </dgm:pt>
    <dgm:pt modelId="{8E6ED5BC-A8F8-47A4-A4E6-2678DB694CAC}" type="sibTrans" cxnId="{DC421715-1F52-4F24-B474-7912F5AC8CC6}">
      <dgm:prSet/>
      <dgm:spPr/>
      <dgm:t>
        <a:bodyPr/>
        <a:lstStyle/>
        <a:p>
          <a:endParaRPr lang="es-ES"/>
        </a:p>
      </dgm:t>
    </dgm:pt>
    <dgm:pt modelId="{AE2DC8C1-6E28-4A72-853B-F1D023212DC4}">
      <dgm:prSet phldrT="[Texto]" phldr="0"/>
      <dgm:spPr/>
      <dgm:t>
        <a:bodyPr/>
        <a:lstStyle/>
        <a:p>
          <a:r>
            <a:rPr lang="es-ES" noProof="0" dirty="0"/>
            <a:t>Eliminar accesos directos a bases de datos.</a:t>
          </a:r>
        </a:p>
      </dgm:t>
    </dgm:pt>
    <dgm:pt modelId="{48571DD6-9DE6-4D15-9821-485A5833EC75}" type="parTrans" cxnId="{DFCA4D94-9FB0-4062-A647-7F0470FB3941}">
      <dgm:prSet/>
      <dgm:spPr/>
      <dgm:t>
        <a:bodyPr/>
        <a:lstStyle/>
        <a:p>
          <a:endParaRPr lang="es-ES"/>
        </a:p>
      </dgm:t>
    </dgm:pt>
    <dgm:pt modelId="{DA95FBFF-CF13-40D2-BAB9-008C5AB42C2D}" type="sibTrans" cxnId="{DFCA4D94-9FB0-4062-A647-7F0470FB3941}">
      <dgm:prSet/>
      <dgm:spPr/>
      <dgm:t>
        <a:bodyPr/>
        <a:lstStyle/>
        <a:p>
          <a:endParaRPr lang="es-ES"/>
        </a:p>
      </dgm:t>
    </dgm:pt>
    <dgm:pt modelId="{0DA6EF3B-B69A-4B28-AC99-B42A6D4E5339}">
      <dgm:prSet phldrT="[Texto]" phldr="0"/>
      <dgm:spPr/>
      <dgm:t>
        <a:bodyPr/>
        <a:lstStyle/>
        <a:p>
          <a:r>
            <a:rPr lang="es-ES" noProof="0" dirty="0"/>
            <a:t>Estandarizar consultas y exportaciones</a:t>
          </a:r>
        </a:p>
      </dgm:t>
    </dgm:pt>
    <dgm:pt modelId="{D4594BB3-8225-43E6-BD9E-C150D992772F}" type="parTrans" cxnId="{0E936E7C-4645-4DBC-AF15-26DFA6E7DD82}">
      <dgm:prSet/>
      <dgm:spPr/>
      <dgm:t>
        <a:bodyPr/>
        <a:lstStyle/>
        <a:p>
          <a:endParaRPr lang="es-ES"/>
        </a:p>
      </dgm:t>
    </dgm:pt>
    <dgm:pt modelId="{AF6608E0-C245-4F81-854A-2F9EAD67D7C2}" type="sibTrans" cxnId="{0E936E7C-4645-4DBC-AF15-26DFA6E7DD82}">
      <dgm:prSet/>
      <dgm:spPr/>
      <dgm:t>
        <a:bodyPr/>
        <a:lstStyle/>
        <a:p>
          <a:endParaRPr lang="es-ES"/>
        </a:p>
      </dgm:t>
    </dgm:pt>
    <dgm:pt modelId="{FEEBB672-861F-4B2C-9328-1A00E3D26A19}" type="pres">
      <dgm:prSet presAssocID="{97D41322-1495-4658-B4DB-BF8DB0F9DFFD}" presName="Name0" presStyleCnt="0">
        <dgm:presLayoutVars>
          <dgm:chMax val="7"/>
          <dgm:chPref val="7"/>
          <dgm:dir/>
        </dgm:presLayoutVars>
      </dgm:prSet>
      <dgm:spPr/>
    </dgm:pt>
    <dgm:pt modelId="{BA5FA582-2B65-4E6C-9048-075B57913F1F}" type="pres">
      <dgm:prSet presAssocID="{97D41322-1495-4658-B4DB-BF8DB0F9DFFD}" presName="Name1" presStyleCnt="0"/>
      <dgm:spPr/>
    </dgm:pt>
    <dgm:pt modelId="{65E6A7B9-4B68-488A-8DA6-7CA37B1E0236}" type="pres">
      <dgm:prSet presAssocID="{97D41322-1495-4658-B4DB-BF8DB0F9DFFD}" presName="cycle" presStyleCnt="0"/>
      <dgm:spPr/>
    </dgm:pt>
    <dgm:pt modelId="{3054364D-6867-4919-AA87-340A2D7A9547}" type="pres">
      <dgm:prSet presAssocID="{97D41322-1495-4658-B4DB-BF8DB0F9DFFD}" presName="srcNode" presStyleLbl="node1" presStyleIdx="0" presStyleCnt="3"/>
      <dgm:spPr/>
    </dgm:pt>
    <dgm:pt modelId="{7C539459-995B-427E-ADCE-B265F21B8BC6}" type="pres">
      <dgm:prSet presAssocID="{97D41322-1495-4658-B4DB-BF8DB0F9DFFD}" presName="conn" presStyleLbl="parChTrans1D2" presStyleIdx="0" presStyleCnt="1"/>
      <dgm:spPr/>
    </dgm:pt>
    <dgm:pt modelId="{26B8DA12-BA22-48A6-9A3F-E93E43889E00}" type="pres">
      <dgm:prSet presAssocID="{97D41322-1495-4658-B4DB-BF8DB0F9DFFD}" presName="extraNode" presStyleLbl="node1" presStyleIdx="0" presStyleCnt="3"/>
      <dgm:spPr/>
    </dgm:pt>
    <dgm:pt modelId="{DABB5F2B-8F54-4AF6-AE70-0C305EEFDEB3}" type="pres">
      <dgm:prSet presAssocID="{97D41322-1495-4658-B4DB-BF8DB0F9DFFD}" presName="dstNode" presStyleLbl="node1" presStyleIdx="0" presStyleCnt="3"/>
      <dgm:spPr/>
    </dgm:pt>
    <dgm:pt modelId="{FFF55076-D761-4755-A7EC-D33F5C37F693}" type="pres">
      <dgm:prSet presAssocID="{CE975C84-BA77-4E03-9F29-C1942C2E2E78}" presName="text_1" presStyleLbl="node1" presStyleIdx="0" presStyleCnt="3">
        <dgm:presLayoutVars>
          <dgm:bulletEnabled val="1"/>
        </dgm:presLayoutVars>
      </dgm:prSet>
      <dgm:spPr/>
    </dgm:pt>
    <dgm:pt modelId="{AC38B558-33E3-4CA0-B85E-660BCF592BC6}" type="pres">
      <dgm:prSet presAssocID="{CE975C84-BA77-4E03-9F29-C1942C2E2E78}" presName="accent_1" presStyleCnt="0"/>
      <dgm:spPr/>
    </dgm:pt>
    <dgm:pt modelId="{9FFEC2CE-F902-4A20-A88D-19158B5808B2}" type="pres">
      <dgm:prSet presAssocID="{CE975C84-BA77-4E03-9F29-C1942C2E2E78}" presName="accentRepeatNode" presStyleLbl="solidFgAcc1" presStyleIdx="0" presStyleCnt="3"/>
      <dgm:spPr/>
    </dgm:pt>
    <dgm:pt modelId="{62AD1E33-F3C9-4A51-BB12-29859E3C3704}" type="pres">
      <dgm:prSet presAssocID="{AE2DC8C1-6E28-4A72-853B-F1D023212DC4}" presName="text_2" presStyleLbl="node1" presStyleIdx="1" presStyleCnt="3">
        <dgm:presLayoutVars>
          <dgm:bulletEnabled val="1"/>
        </dgm:presLayoutVars>
      </dgm:prSet>
      <dgm:spPr/>
    </dgm:pt>
    <dgm:pt modelId="{6F0F5585-E965-4E1D-9834-64BC1520C4DC}" type="pres">
      <dgm:prSet presAssocID="{AE2DC8C1-6E28-4A72-853B-F1D023212DC4}" presName="accent_2" presStyleCnt="0"/>
      <dgm:spPr/>
    </dgm:pt>
    <dgm:pt modelId="{0E967226-F2CA-40D0-A5C5-F496A67703AC}" type="pres">
      <dgm:prSet presAssocID="{AE2DC8C1-6E28-4A72-853B-F1D023212DC4}" presName="accentRepeatNode" presStyleLbl="solidFgAcc1" presStyleIdx="1" presStyleCnt="3"/>
      <dgm:spPr/>
    </dgm:pt>
    <dgm:pt modelId="{C1BCC1C6-810A-40DF-BD8F-83EDACE8D56B}" type="pres">
      <dgm:prSet presAssocID="{0DA6EF3B-B69A-4B28-AC99-B42A6D4E5339}" presName="text_3" presStyleLbl="node1" presStyleIdx="2" presStyleCnt="3">
        <dgm:presLayoutVars>
          <dgm:bulletEnabled val="1"/>
        </dgm:presLayoutVars>
      </dgm:prSet>
      <dgm:spPr/>
    </dgm:pt>
    <dgm:pt modelId="{3C061B3B-A61F-49F9-89C3-F9A6B59533C8}" type="pres">
      <dgm:prSet presAssocID="{0DA6EF3B-B69A-4B28-AC99-B42A6D4E5339}" presName="accent_3" presStyleCnt="0"/>
      <dgm:spPr/>
    </dgm:pt>
    <dgm:pt modelId="{0AA84710-22C2-48C2-BB28-49F187DA3E1D}" type="pres">
      <dgm:prSet presAssocID="{0DA6EF3B-B69A-4B28-AC99-B42A6D4E5339}" presName="accentRepeatNode" presStyleLbl="solidFgAcc1" presStyleIdx="2" presStyleCnt="3"/>
      <dgm:spPr/>
    </dgm:pt>
  </dgm:ptLst>
  <dgm:cxnLst>
    <dgm:cxn modelId="{C97FD704-00B1-447C-8FDC-C8F689E022C2}" type="presOf" srcId="{97D41322-1495-4658-B4DB-BF8DB0F9DFFD}" destId="{FEEBB672-861F-4B2C-9328-1A00E3D26A19}" srcOrd="0" destOrd="0" presId="urn:microsoft.com/office/officeart/2008/layout/VerticalCurvedList"/>
    <dgm:cxn modelId="{DC421715-1F52-4F24-B474-7912F5AC8CC6}" srcId="{97D41322-1495-4658-B4DB-BF8DB0F9DFFD}" destId="{CE975C84-BA77-4E03-9F29-C1942C2E2E78}" srcOrd="0" destOrd="0" parTransId="{7EFFA73A-7F59-4094-8890-AE0E8CFA52E6}" sibTransId="{8E6ED5BC-A8F8-47A4-A4E6-2678DB694CAC}"/>
    <dgm:cxn modelId="{0909A42C-CB3D-41AD-96C0-6E7AB69CDAA1}" type="presOf" srcId="{CE975C84-BA77-4E03-9F29-C1942C2E2E78}" destId="{FFF55076-D761-4755-A7EC-D33F5C37F693}" srcOrd="0" destOrd="0" presId="urn:microsoft.com/office/officeart/2008/layout/VerticalCurvedList"/>
    <dgm:cxn modelId="{0E936E7C-4645-4DBC-AF15-26DFA6E7DD82}" srcId="{97D41322-1495-4658-B4DB-BF8DB0F9DFFD}" destId="{0DA6EF3B-B69A-4B28-AC99-B42A6D4E5339}" srcOrd="2" destOrd="0" parTransId="{D4594BB3-8225-43E6-BD9E-C150D992772F}" sibTransId="{AF6608E0-C245-4F81-854A-2F9EAD67D7C2}"/>
    <dgm:cxn modelId="{71B36993-838C-4257-8D92-EBD3D17B8EC7}" type="presOf" srcId="{8E6ED5BC-A8F8-47A4-A4E6-2678DB694CAC}" destId="{7C539459-995B-427E-ADCE-B265F21B8BC6}" srcOrd="0" destOrd="0" presId="urn:microsoft.com/office/officeart/2008/layout/VerticalCurvedList"/>
    <dgm:cxn modelId="{DFCA4D94-9FB0-4062-A647-7F0470FB3941}" srcId="{97D41322-1495-4658-B4DB-BF8DB0F9DFFD}" destId="{AE2DC8C1-6E28-4A72-853B-F1D023212DC4}" srcOrd="1" destOrd="0" parTransId="{48571DD6-9DE6-4D15-9821-485A5833EC75}" sibTransId="{DA95FBFF-CF13-40D2-BAB9-008C5AB42C2D}"/>
    <dgm:cxn modelId="{F36E55BA-881A-4C2C-87AD-5AEC0E4F7FB5}" type="presOf" srcId="{0DA6EF3B-B69A-4B28-AC99-B42A6D4E5339}" destId="{C1BCC1C6-810A-40DF-BD8F-83EDACE8D56B}" srcOrd="0" destOrd="0" presId="urn:microsoft.com/office/officeart/2008/layout/VerticalCurvedList"/>
    <dgm:cxn modelId="{A84C6AD3-BD55-44D2-9348-6DF6945375DE}" type="presOf" srcId="{AE2DC8C1-6E28-4A72-853B-F1D023212DC4}" destId="{62AD1E33-F3C9-4A51-BB12-29859E3C3704}" srcOrd="0" destOrd="0" presId="urn:microsoft.com/office/officeart/2008/layout/VerticalCurvedList"/>
    <dgm:cxn modelId="{1134B17B-C57E-435D-960D-2E2C6A6D6906}" type="presParOf" srcId="{FEEBB672-861F-4B2C-9328-1A00E3D26A19}" destId="{BA5FA582-2B65-4E6C-9048-075B57913F1F}" srcOrd="0" destOrd="0" presId="urn:microsoft.com/office/officeart/2008/layout/VerticalCurvedList"/>
    <dgm:cxn modelId="{F39B0086-090B-4DF6-81D8-C3DA90D7DF6D}" type="presParOf" srcId="{BA5FA582-2B65-4E6C-9048-075B57913F1F}" destId="{65E6A7B9-4B68-488A-8DA6-7CA37B1E0236}" srcOrd="0" destOrd="0" presId="urn:microsoft.com/office/officeart/2008/layout/VerticalCurvedList"/>
    <dgm:cxn modelId="{6E3CE338-AD82-4AE4-B424-AE66C7ED7A4B}" type="presParOf" srcId="{65E6A7B9-4B68-488A-8DA6-7CA37B1E0236}" destId="{3054364D-6867-4919-AA87-340A2D7A9547}" srcOrd="0" destOrd="0" presId="urn:microsoft.com/office/officeart/2008/layout/VerticalCurvedList"/>
    <dgm:cxn modelId="{68B9F971-2AB9-4B94-9212-AA204525A798}" type="presParOf" srcId="{65E6A7B9-4B68-488A-8DA6-7CA37B1E0236}" destId="{7C539459-995B-427E-ADCE-B265F21B8BC6}" srcOrd="1" destOrd="0" presId="urn:microsoft.com/office/officeart/2008/layout/VerticalCurvedList"/>
    <dgm:cxn modelId="{50A8C298-BFDD-4714-95BF-16A936610CBC}" type="presParOf" srcId="{65E6A7B9-4B68-488A-8DA6-7CA37B1E0236}" destId="{26B8DA12-BA22-48A6-9A3F-E93E43889E00}" srcOrd="2" destOrd="0" presId="urn:microsoft.com/office/officeart/2008/layout/VerticalCurvedList"/>
    <dgm:cxn modelId="{1F9D03FD-0BC3-48D9-A766-F8D55A0A1127}" type="presParOf" srcId="{65E6A7B9-4B68-488A-8DA6-7CA37B1E0236}" destId="{DABB5F2B-8F54-4AF6-AE70-0C305EEFDEB3}" srcOrd="3" destOrd="0" presId="urn:microsoft.com/office/officeart/2008/layout/VerticalCurvedList"/>
    <dgm:cxn modelId="{BA8FF500-1E95-4603-AEC4-18ACB7F8AF8B}" type="presParOf" srcId="{BA5FA582-2B65-4E6C-9048-075B57913F1F}" destId="{FFF55076-D761-4755-A7EC-D33F5C37F693}" srcOrd="1" destOrd="0" presId="urn:microsoft.com/office/officeart/2008/layout/VerticalCurvedList"/>
    <dgm:cxn modelId="{798F0DA2-B88A-4C08-8AD7-23FB1519E3A6}" type="presParOf" srcId="{BA5FA582-2B65-4E6C-9048-075B57913F1F}" destId="{AC38B558-33E3-4CA0-B85E-660BCF592BC6}" srcOrd="2" destOrd="0" presId="urn:microsoft.com/office/officeart/2008/layout/VerticalCurvedList"/>
    <dgm:cxn modelId="{8B44B3F2-BD12-41DB-95F7-8EB6F7C1909B}" type="presParOf" srcId="{AC38B558-33E3-4CA0-B85E-660BCF592BC6}" destId="{9FFEC2CE-F902-4A20-A88D-19158B5808B2}" srcOrd="0" destOrd="0" presId="urn:microsoft.com/office/officeart/2008/layout/VerticalCurvedList"/>
    <dgm:cxn modelId="{A8DDFBF7-11B9-4412-B2DF-BF882774FCDA}" type="presParOf" srcId="{BA5FA582-2B65-4E6C-9048-075B57913F1F}" destId="{62AD1E33-F3C9-4A51-BB12-29859E3C3704}" srcOrd="3" destOrd="0" presId="urn:microsoft.com/office/officeart/2008/layout/VerticalCurvedList"/>
    <dgm:cxn modelId="{81984841-0BF3-4CB8-BDB6-BCC26EAF5DBE}" type="presParOf" srcId="{BA5FA582-2B65-4E6C-9048-075B57913F1F}" destId="{6F0F5585-E965-4E1D-9834-64BC1520C4DC}" srcOrd="4" destOrd="0" presId="urn:microsoft.com/office/officeart/2008/layout/VerticalCurvedList"/>
    <dgm:cxn modelId="{D0B4861D-27CD-4FCA-B29F-82051F4130DA}" type="presParOf" srcId="{6F0F5585-E965-4E1D-9834-64BC1520C4DC}" destId="{0E967226-F2CA-40D0-A5C5-F496A67703AC}" srcOrd="0" destOrd="0" presId="urn:microsoft.com/office/officeart/2008/layout/VerticalCurvedList"/>
    <dgm:cxn modelId="{0BE9EE72-67B9-4D5D-8D56-B7EBE5CA96CC}" type="presParOf" srcId="{BA5FA582-2B65-4E6C-9048-075B57913F1F}" destId="{C1BCC1C6-810A-40DF-BD8F-83EDACE8D56B}" srcOrd="5" destOrd="0" presId="urn:microsoft.com/office/officeart/2008/layout/VerticalCurvedList"/>
    <dgm:cxn modelId="{E54643EB-1E11-49A5-B5DC-1B24AEE94A52}" type="presParOf" srcId="{BA5FA582-2B65-4E6C-9048-075B57913F1F}" destId="{3C061B3B-A61F-49F9-89C3-F9A6B59533C8}" srcOrd="6" destOrd="0" presId="urn:microsoft.com/office/officeart/2008/layout/VerticalCurvedList"/>
    <dgm:cxn modelId="{18ED9207-00F1-496F-8AD6-5BB904D9AE2B}" type="presParOf" srcId="{3C061B3B-A61F-49F9-89C3-F9A6B59533C8}" destId="{0AA84710-22C2-48C2-BB28-49F187DA3E1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990147-5337-BD4E-AE2F-D581E7CD162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D52182E-624E-1F4C-922B-87C0A850FB12}">
      <dgm:prSet phldrT="[Text]"/>
      <dgm:spPr/>
      <dgm:t>
        <a:bodyPr lIns="365760" rIns="0"/>
        <a:lstStyle/>
        <a:p>
          <a:pPr>
            <a:lnSpc>
              <a:spcPct val="100000"/>
            </a:lnSpc>
            <a:defRPr cap="all"/>
          </a:pP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lnSpc>
              <a:spcPct val="100000"/>
            </a:lnSpc>
            <a:defRPr cap="all"/>
          </a:pPr>
          <a:r>
            <a:rPr lang="es-ES" b="0" i="0" noProof="0" dirty="0">
              <a:latin typeface="Montserrat" pitchFamily="2" charset="77"/>
              <a:cs typeface="Arial" panose="020B0604020202020204" pitchFamily="34" charset="0"/>
            </a:rPr>
            <a:t>Autenticación Corporativa</a:t>
          </a: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spcAft>
              <a:spcPts val="1800"/>
            </a:spcAft>
          </a:pP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</dgm:t>
    </dgm:pt>
    <dgm:pt modelId="{8EA349E5-8F8B-6A4D-AD43-0EA7C5E9B612}" type="parTrans" cxnId="{1A0861E3-AA3A-9740-B65C-463102806796}">
      <dgm:prSet/>
      <dgm:spPr/>
      <dgm:t>
        <a:bodyPr/>
        <a:lstStyle/>
        <a:p>
          <a:endParaRPr lang="en-US"/>
        </a:p>
      </dgm:t>
    </dgm:pt>
    <dgm:pt modelId="{1FAE7532-1F24-C549-97A8-3CF02D4CE928}" type="sibTrans" cxnId="{1A0861E3-AA3A-9740-B65C-463102806796}">
      <dgm:prSet/>
      <dgm:spPr/>
      <dgm:t>
        <a:bodyPr/>
        <a:lstStyle/>
        <a:p>
          <a:endParaRPr lang="en-US"/>
        </a:p>
      </dgm:t>
    </dgm:pt>
    <dgm:pt modelId="{3B9B7265-8E8E-E047-9B99-F06837C854D6}">
      <dgm:prSet phldrT="[Text]"/>
      <dgm:spPr/>
      <dgm:t>
        <a:bodyPr lIns="274320" rIns="0"/>
        <a:lstStyle/>
        <a:p>
          <a:pPr>
            <a:lnSpc>
              <a:spcPct val="100000"/>
            </a:lnSpc>
            <a:defRPr cap="all"/>
          </a:pP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lnSpc>
              <a:spcPct val="100000"/>
            </a:lnSpc>
            <a:defRPr cap="all"/>
          </a:pPr>
          <a:r>
            <a:rPr lang="es-ES" b="0" i="0" noProof="0" dirty="0">
              <a:latin typeface="Montserrat" pitchFamily="2" charset="77"/>
              <a:cs typeface="Arial" panose="020B0604020202020204" pitchFamily="34" charset="0"/>
            </a:rPr>
            <a:t>Autorización por grupos y perfiles</a:t>
          </a: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spcAft>
              <a:spcPts val="1800"/>
            </a:spcAft>
          </a:pP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</dgm:t>
    </dgm:pt>
    <dgm:pt modelId="{D1C33B0F-67BF-4A49-AC76-5373B8BD5043}" type="parTrans" cxnId="{62CC2FD9-9F8E-CF4B-97F5-000653988672}">
      <dgm:prSet/>
      <dgm:spPr/>
      <dgm:t>
        <a:bodyPr/>
        <a:lstStyle/>
        <a:p>
          <a:endParaRPr lang="en-US"/>
        </a:p>
      </dgm:t>
    </dgm:pt>
    <dgm:pt modelId="{E7233263-70F1-C849-B859-01CFA15A926F}" type="sibTrans" cxnId="{62CC2FD9-9F8E-CF4B-97F5-000653988672}">
      <dgm:prSet/>
      <dgm:spPr/>
      <dgm:t>
        <a:bodyPr/>
        <a:lstStyle/>
        <a:p>
          <a:endParaRPr lang="en-US"/>
        </a:p>
      </dgm:t>
    </dgm:pt>
    <dgm:pt modelId="{F879D272-9976-8149-BDF6-B66EF3EFF22E}">
      <dgm:prSet phldrT="[Text]"/>
      <dgm:spPr/>
      <dgm:t>
        <a:bodyPr lIns="274320" rIns="0"/>
        <a:lstStyle/>
        <a:p>
          <a:pPr>
            <a:lnSpc>
              <a:spcPct val="100000"/>
            </a:lnSpc>
            <a:defRPr cap="all"/>
          </a:pPr>
          <a:r>
            <a:rPr lang="es-ES" b="0" i="0" noProof="0" dirty="0">
              <a:latin typeface="Montserrat" pitchFamily="2" charset="77"/>
            </a:rPr>
            <a:t>Consultas solo de lectura</a:t>
          </a:r>
          <a:br>
            <a:rPr lang="es-ES" b="0" i="0" noProof="0" dirty="0">
              <a:latin typeface="Montserrat" pitchFamily="2" charset="77"/>
            </a:rPr>
          </a:br>
          <a:r>
            <a:rPr lang="es-ES" b="0" i="0" noProof="0" dirty="0">
              <a:latin typeface="Montserrat" pitchFamily="2" charset="77"/>
            </a:rPr>
            <a:t>(SELECT) </a:t>
          </a:r>
        </a:p>
      </dgm:t>
    </dgm:pt>
    <dgm:pt modelId="{09BDFC33-8B41-434E-A285-D992E1831A4C}" type="parTrans" cxnId="{E9027812-772F-5A4C-AD79-6CA18B4643AA}">
      <dgm:prSet/>
      <dgm:spPr/>
      <dgm:t>
        <a:bodyPr/>
        <a:lstStyle/>
        <a:p>
          <a:endParaRPr lang="en-US"/>
        </a:p>
      </dgm:t>
    </dgm:pt>
    <dgm:pt modelId="{FCB83F71-04AA-7242-9F0E-321F109684F4}" type="sibTrans" cxnId="{E9027812-772F-5A4C-AD79-6CA18B4643AA}">
      <dgm:prSet/>
      <dgm:spPr/>
      <dgm:t>
        <a:bodyPr/>
        <a:lstStyle/>
        <a:p>
          <a:endParaRPr lang="en-US"/>
        </a:p>
      </dgm:t>
    </dgm:pt>
    <dgm:pt modelId="{B4296021-2773-4BB1-8A48-F5456F7D2EA0}" type="pres">
      <dgm:prSet presAssocID="{75990147-5337-BD4E-AE2F-D581E7CD1626}" presName="root" presStyleCnt="0">
        <dgm:presLayoutVars>
          <dgm:dir/>
          <dgm:resizeHandles val="exact"/>
        </dgm:presLayoutVars>
      </dgm:prSet>
      <dgm:spPr/>
    </dgm:pt>
    <dgm:pt modelId="{D8FCF692-2813-4D03-BB2F-5232529E9742}" type="pres">
      <dgm:prSet presAssocID="{FD52182E-624E-1F4C-922B-87C0A850FB12}" presName="compNode" presStyleCnt="0"/>
      <dgm:spPr/>
    </dgm:pt>
    <dgm:pt modelId="{2C2A9004-0329-4195-829D-0190CAB95FA1}" type="pres">
      <dgm:prSet presAssocID="{FD52182E-624E-1F4C-922B-87C0A850FB12}" presName="iconBgRect" presStyleLbl="bgShp" presStyleIdx="0" presStyleCnt="3"/>
      <dgm:spPr/>
    </dgm:pt>
    <dgm:pt modelId="{1423632E-E593-421A-81C6-CCC259A2E081}" type="pres">
      <dgm:prSet presAssocID="{FD52182E-624E-1F4C-922B-87C0A850FB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8C44612E-593A-490C-97B1-468C55503FA4}" type="pres">
      <dgm:prSet presAssocID="{FD52182E-624E-1F4C-922B-87C0A850FB12}" presName="spaceRect" presStyleCnt="0"/>
      <dgm:spPr/>
    </dgm:pt>
    <dgm:pt modelId="{4AC21958-8AF9-479B-8A8F-62EC26E56305}" type="pres">
      <dgm:prSet presAssocID="{FD52182E-624E-1F4C-922B-87C0A850FB12}" presName="textRect" presStyleLbl="revTx" presStyleIdx="0" presStyleCnt="3">
        <dgm:presLayoutVars>
          <dgm:chMax val="1"/>
          <dgm:chPref val="1"/>
        </dgm:presLayoutVars>
      </dgm:prSet>
      <dgm:spPr/>
    </dgm:pt>
    <dgm:pt modelId="{714C6856-24AA-4679-BEBE-3B5831FA513A}" type="pres">
      <dgm:prSet presAssocID="{1FAE7532-1F24-C549-97A8-3CF02D4CE928}" presName="sibTrans" presStyleCnt="0"/>
      <dgm:spPr/>
    </dgm:pt>
    <dgm:pt modelId="{96D4C280-318B-4E02-8004-5C88985C8E5C}" type="pres">
      <dgm:prSet presAssocID="{3B9B7265-8E8E-E047-9B99-F06837C854D6}" presName="compNode" presStyleCnt="0"/>
      <dgm:spPr/>
    </dgm:pt>
    <dgm:pt modelId="{C6CF5353-1D58-42DB-9B74-5BF02A6B314D}" type="pres">
      <dgm:prSet presAssocID="{3B9B7265-8E8E-E047-9B99-F06837C854D6}" presName="iconBgRect" presStyleLbl="bgShp" presStyleIdx="1" presStyleCnt="3"/>
      <dgm:spPr/>
    </dgm:pt>
    <dgm:pt modelId="{ED8B2C78-DF02-48A3-BE7C-D71C37D43E19}" type="pres">
      <dgm:prSet presAssocID="{3B9B7265-8E8E-E047-9B99-F06837C854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F33A8B7-3059-41CB-8AC0-15861E47046E}" type="pres">
      <dgm:prSet presAssocID="{3B9B7265-8E8E-E047-9B99-F06837C854D6}" presName="spaceRect" presStyleCnt="0"/>
      <dgm:spPr/>
    </dgm:pt>
    <dgm:pt modelId="{B4BEA806-1D1D-4F46-A75F-A70081BB450B}" type="pres">
      <dgm:prSet presAssocID="{3B9B7265-8E8E-E047-9B99-F06837C854D6}" presName="textRect" presStyleLbl="revTx" presStyleIdx="1" presStyleCnt="3">
        <dgm:presLayoutVars>
          <dgm:chMax val="1"/>
          <dgm:chPref val="1"/>
        </dgm:presLayoutVars>
      </dgm:prSet>
      <dgm:spPr/>
    </dgm:pt>
    <dgm:pt modelId="{B6AEF072-422E-476D-A90F-BE99D58B0BEC}" type="pres">
      <dgm:prSet presAssocID="{E7233263-70F1-C849-B859-01CFA15A926F}" presName="sibTrans" presStyleCnt="0"/>
      <dgm:spPr/>
    </dgm:pt>
    <dgm:pt modelId="{72E3F907-0C9D-4CEA-9AD7-4EC22A40A7A5}" type="pres">
      <dgm:prSet presAssocID="{F879D272-9976-8149-BDF6-B66EF3EFF22E}" presName="compNode" presStyleCnt="0"/>
      <dgm:spPr/>
    </dgm:pt>
    <dgm:pt modelId="{4F62518B-FA2E-4ACF-8110-2C310E94B1D1}" type="pres">
      <dgm:prSet presAssocID="{F879D272-9976-8149-BDF6-B66EF3EFF22E}" presName="iconBgRect" presStyleLbl="bgShp" presStyleIdx="2" presStyleCnt="3"/>
      <dgm:spPr/>
    </dgm:pt>
    <dgm:pt modelId="{A882B179-4062-4391-A981-2EACD0E88281}" type="pres">
      <dgm:prSet presAssocID="{F879D272-9976-8149-BDF6-B66EF3EFF2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3E9B613-7F97-4302-A3D8-150B82A32BEB}" type="pres">
      <dgm:prSet presAssocID="{F879D272-9976-8149-BDF6-B66EF3EFF22E}" presName="spaceRect" presStyleCnt="0"/>
      <dgm:spPr/>
    </dgm:pt>
    <dgm:pt modelId="{2DB66B75-886D-43CB-9398-99069FB98E0F}" type="pres">
      <dgm:prSet presAssocID="{F879D272-9976-8149-BDF6-B66EF3EFF22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C241C06-0D16-4AA3-A0AD-3B8F11BE8463}" type="presOf" srcId="{F879D272-9976-8149-BDF6-B66EF3EFF22E}" destId="{2DB66B75-886D-43CB-9398-99069FB98E0F}" srcOrd="0" destOrd="0" presId="urn:microsoft.com/office/officeart/2018/5/layout/IconCircleLabelList"/>
    <dgm:cxn modelId="{E9027812-772F-5A4C-AD79-6CA18B4643AA}" srcId="{75990147-5337-BD4E-AE2F-D581E7CD1626}" destId="{F879D272-9976-8149-BDF6-B66EF3EFF22E}" srcOrd="2" destOrd="0" parTransId="{09BDFC33-8B41-434E-A285-D992E1831A4C}" sibTransId="{FCB83F71-04AA-7242-9F0E-321F109684F4}"/>
    <dgm:cxn modelId="{D88CC048-6A48-4CE4-BADB-AB4196C68D2A}" type="presOf" srcId="{FD52182E-624E-1F4C-922B-87C0A850FB12}" destId="{4AC21958-8AF9-479B-8A8F-62EC26E56305}" srcOrd="0" destOrd="0" presId="urn:microsoft.com/office/officeart/2018/5/layout/IconCircleLabelList"/>
    <dgm:cxn modelId="{8D13A8B9-5E8A-417E-9F0B-7D65D34FD980}" type="presOf" srcId="{3B9B7265-8E8E-E047-9B99-F06837C854D6}" destId="{B4BEA806-1D1D-4F46-A75F-A70081BB450B}" srcOrd="0" destOrd="0" presId="urn:microsoft.com/office/officeart/2018/5/layout/IconCircleLabelList"/>
    <dgm:cxn modelId="{62CC2FD9-9F8E-CF4B-97F5-000653988672}" srcId="{75990147-5337-BD4E-AE2F-D581E7CD1626}" destId="{3B9B7265-8E8E-E047-9B99-F06837C854D6}" srcOrd="1" destOrd="0" parTransId="{D1C33B0F-67BF-4A49-AC76-5373B8BD5043}" sibTransId="{E7233263-70F1-C849-B859-01CFA15A926F}"/>
    <dgm:cxn modelId="{1A0861E3-AA3A-9740-B65C-463102806796}" srcId="{75990147-5337-BD4E-AE2F-D581E7CD1626}" destId="{FD52182E-624E-1F4C-922B-87C0A850FB12}" srcOrd="0" destOrd="0" parTransId="{8EA349E5-8F8B-6A4D-AD43-0EA7C5E9B612}" sibTransId="{1FAE7532-1F24-C549-97A8-3CF02D4CE928}"/>
    <dgm:cxn modelId="{D58E79EA-33EB-4869-AE51-C11536A63DA1}" type="presOf" srcId="{75990147-5337-BD4E-AE2F-D581E7CD1626}" destId="{B4296021-2773-4BB1-8A48-F5456F7D2EA0}" srcOrd="0" destOrd="0" presId="urn:microsoft.com/office/officeart/2018/5/layout/IconCircleLabelList"/>
    <dgm:cxn modelId="{10B40A8C-FE32-4987-B20B-7C49F2CDA516}" type="presParOf" srcId="{B4296021-2773-4BB1-8A48-F5456F7D2EA0}" destId="{D8FCF692-2813-4D03-BB2F-5232529E9742}" srcOrd="0" destOrd="0" presId="urn:microsoft.com/office/officeart/2018/5/layout/IconCircleLabelList"/>
    <dgm:cxn modelId="{9888E15D-4321-44B7-9A53-1F188894CF5B}" type="presParOf" srcId="{D8FCF692-2813-4D03-BB2F-5232529E9742}" destId="{2C2A9004-0329-4195-829D-0190CAB95FA1}" srcOrd="0" destOrd="0" presId="urn:microsoft.com/office/officeart/2018/5/layout/IconCircleLabelList"/>
    <dgm:cxn modelId="{BB7CCF2B-106C-47FE-93DB-71F58D817670}" type="presParOf" srcId="{D8FCF692-2813-4D03-BB2F-5232529E9742}" destId="{1423632E-E593-421A-81C6-CCC259A2E081}" srcOrd="1" destOrd="0" presId="urn:microsoft.com/office/officeart/2018/5/layout/IconCircleLabelList"/>
    <dgm:cxn modelId="{0FA857A5-1B83-4342-98DE-E61BBE130708}" type="presParOf" srcId="{D8FCF692-2813-4D03-BB2F-5232529E9742}" destId="{8C44612E-593A-490C-97B1-468C55503FA4}" srcOrd="2" destOrd="0" presId="urn:microsoft.com/office/officeart/2018/5/layout/IconCircleLabelList"/>
    <dgm:cxn modelId="{D5C1589E-3C37-4792-99BA-06A716CC1087}" type="presParOf" srcId="{D8FCF692-2813-4D03-BB2F-5232529E9742}" destId="{4AC21958-8AF9-479B-8A8F-62EC26E56305}" srcOrd="3" destOrd="0" presId="urn:microsoft.com/office/officeart/2018/5/layout/IconCircleLabelList"/>
    <dgm:cxn modelId="{EB32CD40-5364-45E2-8042-6DFDF146A059}" type="presParOf" srcId="{B4296021-2773-4BB1-8A48-F5456F7D2EA0}" destId="{714C6856-24AA-4679-BEBE-3B5831FA513A}" srcOrd="1" destOrd="0" presId="urn:microsoft.com/office/officeart/2018/5/layout/IconCircleLabelList"/>
    <dgm:cxn modelId="{3FBF2966-D313-4D74-9BA3-7A2BC73B0488}" type="presParOf" srcId="{B4296021-2773-4BB1-8A48-F5456F7D2EA0}" destId="{96D4C280-318B-4E02-8004-5C88985C8E5C}" srcOrd="2" destOrd="0" presId="urn:microsoft.com/office/officeart/2018/5/layout/IconCircleLabelList"/>
    <dgm:cxn modelId="{E8462406-A830-4E58-93C8-F2698011FCB6}" type="presParOf" srcId="{96D4C280-318B-4E02-8004-5C88985C8E5C}" destId="{C6CF5353-1D58-42DB-9B74-5BF02A6B314D}" srcOrd="0" destOrd="0" presId="urn:microsoft.com/office/officeart/2018/5/layout/IconCircleLabelList"/>
    <dgm:cxn modelId="{F51D29A1-5C17-4170-93A6-90E633ED8DEF}" type="presParOf" srcId="{96D4C280-318B-4E02-8004-5C88985C8E5C}" destId="{ED8B2C78-DF02-48A3-BE7C-D71C37D43E19}" srcOrd="1" destOrd="0" presId="urn:microsoft.com/office/officeart/2018/5/layout/IconCircleLabelList"/>
    <dgm:cxn modelId="{D8D049CF-0F7E-4486-B1A3-51C1571D3412}" type="presParOf" srcId="{96D4C280-318B-4E02-8004-5C88985C8E5C}" destId="{2F33A8B7-3059-41CB-8AC0-15861E47046E}" srcOrd="2" destOrd="0" presId="urn:microsoft.com/office/officeart/2018/5/layout/IconCircleLabelList"/>
    <dgm:cxn modelId="{4DBA7144-1A9A-46BA-840C-262C1C975A65}" type="presParOf" srcId="{96D4C280-318B-4E02-8004-5C88985C8E5C}" destId="{B4BEA806-1D1D-4F46-A75F-A70081BB450B}" srcOrd="3" destOrd="0" presId="urn:microsoft.com/office/officeart/2018/5/layout/IconCircleLabelList"/>
    <dgm:cxn modelId="{67175D83-9142-44F6-A515-9D1E840EDDF2}" type="presParOf" srcId="{B4296021-2773-4BB1-8A48-F5456F7D2EA0}" destId="{B6AEF072-422E-476D-A90F-BE99D58B0BEC}" srcOrd="3" destOrd="0" presId="urn:microsoft.com/office/officeart/2018/5/layout/IconCircleLabelList"/>
    <dgm:cxn modelId="{D44D78A5-7AF3-4502-920B-E17C810ACBE8}" type="presParOf" srcId="{B4296021-2773-4BB1-8A48-F5456F7D2EA0}" destId="{72E3F907-0C9D-4CEA-9AD7-4EC22A40A7A5}" srcOrd="4" destOrd="0" presId="urn:microsoft.com/office/officeart/2018/5/layout/IconCircleLabelList"/>
    <dgm:cxn modelId="{E3EA0735-2567-4A97-9496-B287C71064F7}" type="presParOf" srcId="{72E3F907-0C9D-4CEA-9AD7-4EC22A40A7A5}" destId="{4F62518B-FA2E-4ACF-8110-2C310E94B1D1}" srcOrd="0" destOrd="0" presId="urn:microsoft.com/office/officeart/2018/5/layout/IconCircleLabelList"/>
    <dgm:cxn modelId="{1BD949C0-FDCD-472C-A5EF-C8016398BCF3}" type="presParOf" srcId="{72E3F907-0C9D-4CEA-9AD7-4EC22A40A7A5}" destId="{A882B179-4062-4391-A981-2EACD0E88281}" srcOrd="1" destOrd="0" presId="urn:microsoft.com/office/officeart/2018/5/layout/IconCircleLabelList"/>
    <dgm:cxn modelId="{B0E504DA-6E34-4DE0-86DE-95FA591FF352}" type="presParOf" srcId="{72E3F907-0C9D-4CEA-9AD7-4EC22A40A7A5}" destId="{93E9B613-7F97-4302-A3D8-150B82A32BEB}" srcOrd="2" destOrd="0" presId="urn:microsoft.com/office/officeart/2018/5/layout/IconCircleLabelList"/>
    <dgm:cxn modelId="{8CBE195A-E1F9-463D-AE81-171EAE8EC489}" type="presParOf" srcId="{72E3F907-0C9D-4CEA-9AD7-4EC22A40A7A5}" destId="{2DB66B75-886D-43CB-9398-99069FB98E0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D41322-1495-4658-B4DB-BF8DB0F9DFF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E975C84-BA77-4E03-9F29-C1942C2E2E78}">
      <dgm:prSet phldrT="[Texto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noProof="0" dirty="0"/>
            <a:t>Preparado para múltiples usuarios.</a:t>
          </a:r>
        </a:p>
      </dgm:t>
    </dgm:pt>
    <dgm:pt modelId="{7EFFA73A-7F59-4094-8890-AE0E8CFA52E6}" type="parTrans" cxnId="{DC421715-1F52-4F24-B474-7912F5AC8CC6}">
      <dgm:prSet/>
      <dgm:spPr/>
      <dgm:t>
        <a:bodyPr/>
        <a:lstStyle/>
        <a:p>
          <a:endParaRPr lang="es-ES"/>
        </a:p>
      </dgm:t>
    </dgm:pt>
    <dgm:pt modelId="{8E6ED5BC-A8F8-47A4-A4E6-2678DB694CAC}" type="sibTrans" cxnId="{DC421715-1F52-4F24-B474-7912F5AC8CC6}">
      <dgm:prSet/>
      <dgm:spPr/>
      <dgm:t>
        <a:bodyPr/>
        <a:lstStyle/>
        <a:p>
          <a:endParaRPr lang="es-ES"/>
        </a:p>
      </dgm:t>
    </dgm:pt>
    <dgm:pt modelId="{0DA6EF3B-B69A-4B28-AC99-B42A6D4E5339}">
      <dgm:prSet phldrT="[Texto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noProof="0" dirty="0"/>
            <a:t>Posibles ampliaciones funcionales (email, envíos programados).</a:t>
          </a:r>
        </a:p>
      </dgm:t>
    </dgm:pt>
    <dgm:pt modelId="{D4594BB3-8225-43E6-BD9E-C150D992772F}" type="parTrans" cxnId="{0E936E7C-4645-4DBC-AF15-26DFA6E7DD82}">
      <dgm:prSet/>
      <dgm:spPr/>
      <dgm:t>
        <a:bodyPr/>
        <a:lstStyle/>
        <a:p>
          <a:endParaRPr lang="es-ES"/>
        </a:p>
      </dgm:t>
    </dgm:pt>
    <dgm:pt modelId="{AF6608E0-C245-4F81-854A-2F9EAD67D7C2}" type="sibTrans" cxnId="{0E936E7C-4645-4DBC-AF15-26DFA6E7DD82}">
      <dgm:prSet/>
      <dgm:spPr/>
      <dgm:t>
        <a:bodyPr/>
        <a:lstStyle/>
        <a:p>
          <a:endParaRPr lang="es-ES"/>
        </a:p>
      </dgm:t>
    </dgm:pt>
    <dgm:pt modelId="{D9DD7BE9-C4BA-4FD5-9348-EB21EEC7D133}">
      <dgm:prSet phldrT="[Texto]"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ES" noProof="0" dirty="0"/>
            <a:t>Despliegue en servidores corporativos</a:t>
          </a:r>
        </a:p>
      </dgm:t>
    </dgm:pt>
    <dgm:pt modelId="{97F4ECD2-9751-4F56-A464-E06E7CE00F02}" type="parTrans" cxnId="{6D8FEFD7-0F5A-49E2-BBC4-BF67132A961D}">
      <dgm:prSet/>
      <dgm:spPr/>
      <dgm:t>
        <a:bodyPr/>
        <a:lstStyle/>
        <a:p>
          <a:endParaRPr lang="es-ES"/>
        </a:p>
      </dgm:t>
    </dgm:pt>
    <dgm:pt modelId="{27DE3F5A-BC1B-44DF-B893-346495693237}" type="sibTrans" cxnId="{6D8FEFD7-0F5A-49E2-BBC4-BF67132A961D}">
      <dgm:prSet/>
      <dgm:spPr/>
      <dgm:t>
        <a:bodyPr/>
        <a:lstStyle/>
        <a:p>
          <a:endParaRPr lang="es-ES"/>
        </a:p>
      </dgm:t>
    </dgm:pt>
    <dgm:pt modelId="{0135692A-1BD0-4670-A1DC-75DDB48B618A}" type="pres">
      <dgm:prSet presAssocID="{97D41322-1495-4658-B4DB-BF8DB0F9DFFD}" presName="root" presStyleCnt="0">
        <dgm:presLayoutVars>
          <dgm:dir/>
          <dgm:resizeHandles val="exact"/>
        </dgm:presLayoutVars>
      </dgm:prSet>
      <dgm:spPr/>
    </dgm:pt>
    <dgm:pt modelId="{CF685577-E6E8-40F9-B6B3-87B49C91ED9F}" type="pres">
      <dgm:prSet presAssocID="{CE975C84-BA77-4E03-9F29-C1942C2E2E78}" presName="compNode" presStyleCnt="0"/>
      <dgm:spPr/>
    </dgm:pt>
    <dgm:pt modelId="{66093B19-F9AD-405E-9A8E-7CEA5F1B61E9}" type="pres">
      <dgm:prSet presAssocID="{CE975C84-BA77-4E03-9F29-C1942C2E2E78}" presName="iconBgRect" presStyleLbl="bgShp" presStyleIdx="0" presStyleCnt="3"/>
      <dgm:spPr/>
    </dgm:pt>
    <dgm:pt modelId="{EBFF70B4-A78A-42F0-BA7A-E57DD3F0BBFC}" type="pres">
      <dgm:prSet presAssocID="{CE975C84-BA77-4E03-9F29-C1942C2E2E7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499DB47E-B6B4-433C-A4A8-53B451733597}" type="pres">
      <dgm:prSet presAssocID="{CE975C84-BA77-4E03-9F29-C1942C2E2E78}" presName="spaceRect" presStyleCnt="0"/>
      <dgm:spPr/>
    </dgm:pt>
    <dgm:pt modelId="{33879C40-6A56-4F3A-BC3D-5FF1C772D341}" type="pres">
      <dgm:prSet presAssocID="{CE975C84-BA77-4E03-9F29-C1942C2E2E78}" presName="textRect" presStyleLbl="revTx" presStyleIdx="0" presStyleCnt="3">
        <dgm:presLayoutVars>
          <dgm:chMax val="1"/>
          <dgm:chPref val="1"/>
        </dgm:presLayoutVars>
      </dgm:prSet>
      <dgm:spPr/>
    </dgm:pt>
    <dgm:pt modelId="{20A3B083-53D7-4491-AD62-92E47D1918F8}" type="pres">
      <dgm:prSet presAssocID="{8E6ED5BC-A8F8-47A4-A4E6-2678DB694CAC}" presName="sibTrans" presStyleCnt="0"/>
      <dgm:spPr/>
    </dgm:pt>
    <dgm:pt modelId="{E2DFCF29-E392-4AB9-9DD3-85D7C83C5C23}" type="pres">
      <dgm:prSet presAssocID="{D9DD7BE9-C4BA-4FD5-9348-EB21EEC7D133}" presName="compNode" presStyleCnt="0"/>
      <dgm:spPr/>
    </dgm:pt>
    <dgm:pt modelId="{69BAC29C-22E0-453A-A8FD-A0D02126A23F}" type="pres">
      <dgm:prSet presAssocID="{D9DD7BE9-C4BA-4FD5-9348-EB21EEC7D133}" presName="iconBgRect" presStyleLbl="bgShp" presStyleIdx="1" presStyleCnt="3"/>
      <dgm:spPr/>
    </dgm:pt>
    <dgm:pt modelId="{A8EAEF94-784E-4712-A539-2A2CABE048CB}" type="pres">
      <dgm:prSet presAssocID="{D9DD7BE9-C4BA-4FD5-9348-EB21EEC7D1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ja"/>
        </a:ext>
      </dgm:extLst>
    </dgm:pt>
    <dgm:pt modelId="{5541AC7F-58DD-4F36-95F4-5ABCD7406F8D}" type="pres">
      <dgm:prSet presAssocID="{D9DD7BE9-C4BA-4FD5-9348-EB21EEC7D133}" presName="spaceRect" presStyleCnt="0"/>
      <dgm:spPr/>
    </dgm:pt>
    <dgm:pt modelId="{169E4095-745F-46AE-A653-29830399C3ED}" type="pres">
      <dgm:prSet presAssocID="{D9DD7BE9-C4BA-4FD5-9348-EB21EEC7D133}" presName="textRect" presStyleLbl="revTx" presStyleIdx="1" presStyleCnt="3">
        <dgm:presLayoutVars>
          <dgm:chMax val="1"/>
          <dgm:chPref val="1"/>
        </dgm:presLayoutVars>
      </dgm:prSet>
      <dgm:spPr/>
    </dgm:pt>
    <dgm:pt modelId="{0D4175B7-BC65-4F98-843A-2E419889B7B9}" type="pres">
      <dgm:prSet presAssocID="{27DE3F5A-BC1B-44DF-B893-346495693237}" presName="sibTrans" presStyleCnt="0"/>
      <dgm:spPr/>
    </dgm:pt>
    <dgm:pt modelId="{E6CD72CE-CB1E-4C9B-9DD0-7D9DD67875AB}" type="pres">
      <dgm:prSet presAssocID="{0DA6EF3B-B69A-4B28-AC99-B42A6D4E5339}" presName="compNode" presStyleCnt="0"/>
      <dgm:spPr/>
    </dgm:pt>
    <dgm:pt modelId="{CB2D4A40-6D8E-49C8-85ED-0FDF04CDE3FB}" type="pres">
      <dgm:prSet presAssocID="{0DA6EF3B-B69A-4B28-AC99-B42A6D4E5339}" presName="iconBgRect" presStyleLbl="bgShp" presStyleIdx="2" presStyleCnt="3"/>
      <dgm:spPr/>
    </dgm:pt>
    <dgm:pt modelId="{2B39EA21-E78C-47EF-AB5A-4B3B1432E56D}" type="pres">
      <dgm:prSet presAssocID="{0DA6EF3B-B69A-4B28-AC99-B42A6D4E53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157F3C9E-49B5-4C07-8110-B91977048B8D}" type="pres">
      <dgm:prSet presAssocID="{0DA6EF3B-B69A-4B28-AC99-B42A6D4E5339}" presName="spaceRect" presStyleCnt="0"/>
      <dgm:spPr/>
    </dgm:pt>
    <dgm:pt modelId="{849D7FC9-D30A-4742-B346-6B97249E8755}" type="pres">
      <dgm:prSet presAssocID="{0DA6EF3B-B69A-4B28-AC99-B42A6D4E533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5292F0D-4570-46DB-89AA-FEA8BEEF1829}" type="presOf" srcId="{D9DD7BE9-C4BA-4FD5-9348-EB21EEC7D133}" destId="{169E4095-745F-46AE-A653-29830399C3ED}" srcOrd="0" destOrd="0" presId="urn:microsoft.com/office/officeart/2018/5/layout/IconCircleLabelList"/>
    <dgm:cxn modelId="{DC421715-1F52-4F24-B474-7912F5AC8CC6}" srcId="{97D41322-1495-4658-B4DB-BF8DB0F9DFFD}" destId="{CE975C84-BA77-4E03-9F29-C1942C2E2E78}" srcOrd="0" destOrd="0" parTransId="{7EFFA73A-7F59-4094-8890-AE0E8CFA52E6}" sibTransId="{8E6ED5BC-A8F8-47A4-A4E6-2678DB694CAC}"/>
    <dgm:cxn modelId="{E00C0E1A-1464-428F-AAAB-ABC54932B4F1}" type="presOf" srcId="{0DA6EF3B-B69A-4B28-AC99-B42A6D4E5339}" destId="{849D7FC9-D30A-4742-B346-6B97249E8755}" srcOrd="0" destOrd="0" presId="urn:microsoft.com/office/officeart/2018/5/layout/IconCircleLabelList"/>
    <dgm:cxn modelId="{79AE1126-8068-4090-A726-7C5C87788450}" type="presOf" srcId="{97D41322-1495-4658-B4DB-BF8DB0F9DFFD}" destId="{0135692A-1BD0-4670-A1DC-75DDB48B618A}" srcOrd="0" destOrd="0" presId="urn:microsoft.com/office/officeart/2018/5/layout/IconCircleLabelList"/>
    <dgm:cxn modelId="{0E936E7C-4645-4DBC-AF15-26DFA6E7DD82}" srcId="{97D41322-1495-4658-B4DB-BF8DB0F9DFFD}" destId="{0DA6EF3B-B69A-4B28-AC99-B42A6D4E5339}" srcOrd="2" destOrd="0" parTransId="{D4594BB3-8225-43E6-BD9E-C150D992772F}" sibTransId="{AF6608E0-C245-4F81-854A-2F9EAD67D7C2}"/>
    <dgm:cxn modelId="{6D8FEFD7-0F5A-49E2-BBC4-BF67132A961D}" srcId="{97D41322-1495-4658-B4DB-BF8DB0F9DFFD}" destId="{D9DD7BE9-C4BA-4FD5-9348-EB21EEC7D133}" srcOrd="1" destOrd="0" parTransId="{97F4ECD2-9751-4F56-A464-E06E7CE00F02}" sibTransId="{27DE3F5A-BC1B-44DF-B893-346495693237}"/>
    <dgm:cxn modelId="{C2BD9EF9-0BBC-4E02-96BB-6C5E2FD3B4CF}" type="presOf" srcId="{CE975C84-BA77-4E03-9F29-C1942C2E2E78}" destId="{33879C40-6A56-4F3A-BC3D-5FF1C772D341}" srcOrd="0" destOrd="0" presId="urn:microsoft.com/office/officeart/2018/5/layout/IconCircleLabelList"/>
    <dgm:cxn modelId="{165112BA-620D-475C-BEBC-E6A721E68873}" type="presParOf" srcId="{0135692A-1BD0-4670-A1DC-75DDB48B618A}" destId="{CF685577-E6E8-40F9-B6B3-87B49C91ED9F}" srcOrd="0" destOrd="0" presId="urn:microsoft.com/office/officeart/2018/5/layout/IconCircleLabelList"/>
    <dgm:cxn modelId="{5BD7D441-E43C-48DD-A630-66FA7B0A7977}" type="presParOf" srcId="{CF685577-E6E8-40F9-B6B3-87B49C91ED9F}" destId="{66093B19-F9AD-405E-9A8E-7CEA5F1B61E9}" srcOrd="0" destOrd="0" presId="urn:microsoft.com/office/officeart/2018/5/layout/IconCircleLabelList"/>
    <dgm:cxn modelId="{180D6CCD-6293-4AF1-8384-36B9CC029D28}" type="presParOf" srcId="{CF685577-E6E8-40F9-B6B3-87B49C91ED9F}" destId="{EBFF70B4-A78A-42F0-BA7A-E57DD3F0BBFC}" srcOrd="1" destOrd="0" presId="urn:microsoft.com/office/officeart/2018/5/layout/IconCircleLabelList"/>
    <dgm:cxn modelId="{B7636984-4728-4846-9D9A-9365296A8F40}" type="presParOf" srcId="{CF685577-E6E8-40F9-B6B3-87B49C91ED9F}" destId="{499DB47E-B6B4-433C-A4A8-53B451733597}" srcOrd="2" destOrd="0" presId="urn:microsoft.com/office/officeart/2018/5/layout/IconCircleLabelList"/>
    <dgm:cxn modelId="{035F3448-32B1-4191-92A3-A07CAB95106A}" type="presParOf" srcId="{CF685577-E6E8-40F9-B6B3-87B49C91ED9F}" destId="{33879C40-6A56-4F3A-BC3D-5FF1C772D341}" srcOrd="3" destOrd="0" presId="urn:microsoft.com/office/officeart/2018/5/layout/IconCircleLabelList"/>
    <dgm:cxn modelId="{1D14C8EF-1536-4784-A103-46A83A93BA3B}" type="presParOf" srcId="{0135692A-1BD0-4670-A1DC-75DDB48B618A}" destId="{20A3B083-53D7-4491-AD62-92E47D1918F8}" srcOrd="1" destOrd="0" presId="urn:microsoft.com/office/officeart/2018/5/layout/IconCircleLabelList"/>
    <dgm:cxn modelId="{8FFE21EE-490B-4B7C-AA20-FCD9D9DDBF86}" type="presParOf" srcId="{0135692A-1BD0-4670-A1DC-75DDB48B618A}" destId="{E2DFCF29-E392-4AB9-9DD3-85D7C83C5C23}" srcOrd="2" destOrd="0" presId="urn:microsoft.com/office/officeart/2018/5/layout/IconCircleLabelList"/>
    <dgm:cxn modelId="{BDED7C4E-5E43-4523-99AD-5B009484A92A}" type="presParOf" srcId="{E2DFCF29-E392-4AB9-9DD3-85D7C83C5C23}" destId="{69BAC29C-22E0-453A-A8FD-A0D02126A23F}" srcOrd="0" destOrd="0" presId="urn:microsoft.com/office/officeart/2018/5/layout/IconCircleLabelList"/>
    <dgm:cxn modelId="{4E3BEE24-FAA6-4554-B6A1-FA6E7E87A4DA}" type="presParOf" srcId="{E2DFCF29-E392-4AB9-9DD3-85D7C83C5C23}" destId="{A8EAEF94-784E-4712-A539-2A2CABE048CB}" srcOrd="1" destOrd="0" presId="urn:microsoft.com/office/officeart/2018/5/layout/IconCircleLabelList"/>
    <dgm:cxn modelId="{204B8088-0575-4385-9E47-E6694EA43C71}" type="presParOf" srcId="{E2DFCF29-E392-4AB9-9DD3-85D7C83C5C23}" destId="{5541AC7F-58DD-4F36-95F4-5ABCD7406F8D}" srcOrd="2" destOrd="0" presId="urn:microsoft.com/office/officeart/2018/5/layout/IconCircleLabelList"/>
    <dgm:cxn modelId="{A614566B-1BE4-4EDA-9485-400426E1B851}" type="presParOf" srcId="{E2DFCF29-E392-4AB9-9DD3-85D7C83C5C23}" destId="{169E4095-745F-46AE-A653-29830399C3ED}" srcOrd="3" destOrd="0" presId="urn:microsoft.com/office/officeart/2018/5/layout/IconCircleLabelList"/>
    <dgm:cxn modelId="{ACE66A06-833D-4EF1-BE4F-067BB7CBAD71}" type="presParOf" srcId="{0135692A-1BD0-4670-A1DC-75DDB48B618A}" destId="{0D4175B7-BC65-4F98-843A-2E419889B7B9}" srcOrd="3" destOrd="0" presId="urn:microsoft.com/office/officeart/2018/5/layout/IconCircleLabelList"/>
    <dgm:cxn modelId="{1B9991E5-6CB4-482B-A16A-875698812AE2}" type="presParOf" srcId="{0135692A-1BD0-4670-A1DC-75DDB48B618A}" destId="{E6CD72CE-CB1E-4C9B-9DD0-7D9DD67875AB}" srcOrd="4" destOrd="0" presId="urn:microsoft.com/office/officeart/2018/5/layout/IconCircleLabelList"/>
    <dgm:cxn modelId="{0DC96CDC-57C3-4010-829A-D4A30229F1F4}" type="presParOf" srcId="{E6CD72CE-CB1E-4C9B-9DD0-7D9DD67875AB}" destId="{CB2D4A40-6D8E-49C8-85ED-0FDF04CDE3FB}" srcOrd="0" destOrd="0" presId="urn:microsoft.com/office/officeart/2018/5/layout/IconCircleLabelList"/>
    <dgm:cxn modelId="{A67588D5-1F5E-4A1A-B220-C2B4D789FF7F}" type="presParOf" srcId="{E6CD72CE-CB1E-4C9B-9DD0-7D9DD67875AB}" destId="{2B39EA21-E78C-47EF-AB5A-4B3B1432E56D}" srcOrd="1" destOrd="0" presId="urn:microsoft.com/office/officeart/2018/5/layout/IconCircleLabelList"/>
    <dgm:cxn modelId="{AF7133A7-CC16-44B3-A36A-436D3FA50DBF}" type="presParOf" srcId="{E6CD72CE-CB1E-4C9B-9DD0-7D9DD67875AB}" destId="{157F3C9E-49B5-4C07-8110-B91977048B8D}" srcOrd="2" destOrd="0" presId="urn:microsoft.com/office/officeart/2018/5/layout/IconCircleLabelList"/>
    <dgm:cxn modelId="{BBF1E406-EC3B-43BA-9AA9-5039428C3477}" type="presParOf" srcId="{E6CD72CE-CB1E-4C9B-9DD0-7D9DD67875AB}" destId="{849D7FC9-D30A-4742-B346-6B97249E87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990147-5337-BD4E-AE2F-D581E7CD1626}" type="doc">
      <dgm:prSet loTypeId="urn:microsoft.com/office/officeart/2005/8/layout/hChevron3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D52182E-624E-1F4C-922B-87C0A850FB12}">
      <dgm:prSet phldrT="[Text]"/>
      <dgm:spPr/>
      <dgm:t>
        <a:bodyPr lIns="365760" rIns="0"/>
        <a:lstStyle/>
        <a:p>
          <a:pPr>
            <a:spcAft>
              <a:spcPts val="1800"/>
            </a:spcAft>
          </a:pP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spcAft>
              <a:spcPts val="1800"/>
            </a:spcAft>
          </a:pPr>
          <a:r>
            <a:rPr lang="es-ES" b="0" i="0" noProof="0" dirty="0">
              <a:latin typeface="Montserrat" pitchFamily="2" charset="77"/>
              <a:cs typeface="Arial" panose="020B0604020202020204" pitchFamily="34" charset="0"/>
            </a:rPr>
            <a:t>Solución funcional</a:t>
          </a: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spcAft>
              <a:spcPts val="1800"/>
            </a:spcAft>
          </a:pP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</dgm:t>
    </dgm:pt>
    <dgm:pt modelId="{8EA349E5-8F8B-6A4D-AD43-0EA7C5E9B612}" type="parTrans" cxnId="{1A0861E3-AA3A-9740-B65C-463102806796}">
      <dgm:prSet/>
      <dgm:spPr/>
      <dgm:t>
        <a:bodyPr/>
        <a:lstStyle/>
        <a:p>
          <a:endParaRPr lang="en-US"/>
        </a:p>
      </dgm:t>
    </dgm:pt>
    <dgm:pt modelId="{1FAE7532-1F24-C549-97A8-3CF02D4CE928}" type="sibTrans" cxnId="{1A0861E3-AA3A-9740-B65C-463102806796}">
      <dgm:prSet/>
      <dgm:spPr/>
      <dgm:t>
        <a:bodyPr/>
        <a:lstStyle/>
        <a:p>
          <a:endParaRPr lang="en-US"/>
        </a:p>
      </dgm:t>
    </dgm:pt>
    <dgm:pt modelId="{3B9B7265-8E8E-E047-9B99-F06837C854D6}">
      <dgm:prSet phldrT="[Text]"/>
      <dgm:spPr/>
      <dgm:t>
        <a:bodyPr lIns="274320" rIns="0"/>
        <a:lstStyle/>
        <a:p>
          <a:pPr>
            <a:spcAft>
              <a:spcPts val="1800"/>
            </a:spcAft>
          </a:pPr>
          <a:br>
            <a:rPr lang="es-ES" b="0" i="0" noProof="0" dirty="0">
              <a:latin typeface="Montserrat" pitchFamily="2" charset="77"/>
              <a:cs typeface="Arial" panose="020B0604020202020204" pitchFamily="34" charset="0"/>
            </a:rPr>
          </a:b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  <a:p>
          <a:pPr>
            <a:spcAft>
              <a:spcPts val="1800"/>
            </a:spcAft>
          </a:pPr>
          <a:r>
            <a:rPr lang="es-ES" b="0" i="0" noProof="0" dirty="0">
              <a:latin typeface="Montserrat" pitchFamily="2" charset="77"/>
              <a:cs typeface="Arial" panose="020B0604020202020204" pitchFamily="34" charset="0"/>
            </a:rPr>
            <a:t>Validada técnicamente</a:t>
          </a:r>
        </a:p>
        <a:p>
          <a:pPr>
            <a:spcAft>
              <a:spcPts val="1800"/>
            </a:spcAft>
          </a:pPr>
          <a:endParaRPr lang="es-ES" b="0" i="0" noProof="0" dirty="0">
            <a:latin typeface="Montserrat" pitchFamily="2" charset="77"/>
            <a:cs typeface="Arial" panose="020B0604020202020204" pitchFamily="34" charset="0"/>
          </a:endParaRPr>
        </a:p>
      </dgm:t>
    </dgm:pt>
    <dgm:pt modelId="{D1C33B0F-67BF-4A49-AC76-5373B8BD5043}" type="parTrans" cxnId="{62CC2FD9-9F8E-CF4B-97F5-000653988672}">
      <dgm:prSet/>
      <dgm:spPr/>
      <dgm:t>
        <a:bodyPr/>
        <a:lstStyle/>
        <a:p>
          <a:endParaRPr lang="en-US"/>
        </a:p>
      </dgm:t>
    </dgm:pt>
    <dgm:pt modelId="{E7233263-70F1-C849-B859-01CFA15A926F}" type="sibTrans" cxnId="{62CC2FD9-9F8E-CF4B-97F5-000653988672}">
      <dgm:prSet/>
      <dgm:spPr/>
      <dgm:t>
        <a:bodyPr/>
        <a:lstStyle/>
        <a:p>
          <a:endParaRPr lang="en-US"/>
        </a:p>
      </dgm:t>
    </dgm:pt>
    <dgm:pt modelId="{F879D272-9976-8149-BDF6-B66EF3EFF22E}">
      <dgm:prSet phldrT="[Text]"/>
      <dgm:spPr/>
      <dgm:t>
        <a:bodyPr lIns="274320" rIns="0"/>
        <a:lstStyle/>
        <a:p>
          <a:pPr>
            <a:spcAft>
              <a:spcPts val="1800"/>
            </a:spcAft>
          </a:pPr>
          <a:r>
            <a:rPr lang="es-ES" b="0" i="0" noProof="0" dirty="0">
              <a:latin typeface="Montserrat" pitchFamily="2" charset="77"/>
            </a:rPr>
            <a:t>Lista para despliegue </a:t>
          </a:r>
        </a:p>
      </dgm:t>
    </dgm:pt>
    <dgm:pt modelId="{09BDFC33-8B41-434E-A285-D992E1831A4C}" type="parTrans" cxnId="{E9027812-772F-5A4C-AD79-6CA18B4643AA}">
      <dgm:prSet/>
      <dgm:spPr/>
      <dgm:t>
        <a:bodyPr/>
        <a:lstStyle/>
        <a:p>
          <a:endParaRPr lang="en-US"/>
        </a:p>
      </dgm:t>
    </dgm:pt>
    <dgm:pt modelId="{FCB83F71-04AA-7242-9F0E-321F109684F4}" type="sibTrans" cxnId="{E9027812-772F-5A4C-AD79-6CA18B4643AA}">
      <dgm:prSet/>
      <dgm:spPr/>
      <dgm:t>
        <a:bodyPr/>
        <a:lstStyle/>
        <a:p>
          <a:endParaRPr lang="en-US"/>
        </a:p>
      </dgm:t>
    </dgm:pt>
    <dgm:pt modelId="{D5039692-3C68-4B0F-8D38-A30DF0400C8B}" type="pres">
      <dgm:prSet presAssocID="{75990147-5337-BD4E-AE2F-D581E7CD1626}" presName="Name0" presStyleCnt="0">
        <dgm:presLayoutVars>
          <dgm:dir/>
          <dgm:resizeHandles val="exact"/>
        </dgm:presLayoutVars>
      </dgm:prSet>
      <dgm:spPr/>
    </dgm:pt>
    <dgm:pt modelId="{82B60E95-4D5A-4CE7-B473-3EE2214EAB1D}" type="pres">
      <dgm:prSet presAssocID="{FD52182E-624E-1F4C-922B-87C0A850FB12}" presName="parTxOnly" presStyleLbl="node1" presStyleIdx="0" presStyleCnt="3">
        <dgm:presLayoutVars>
          <dgm:bulletEnabled val="1"/>
        </dgm:presLayoutVars>
      </dgm:prSet>
      <dgm:spPr/>
    </dgm:pt>
    <dgm:pt modelId="{6CF4FCC7-1223-4A05-8E5E-B9412802F92E}" type="pres">
      <dgm:prSet presAssocID="{1FAE7532-1F24-C549-97A8-3CF02D4CE928}" presName="parSpace" presStyleCnt="0"/>
      <dgm:spPr/>
    </dgm:pt>
    <dgm:pt modelId="{E28092A1-7852-4C2D-B2E2-D3D7F3BB09C8}" type="pres">
      <dgm:prSet presAssocID="{3B9B7265-8E8E-E047-9B99-F06837C854D6}" presName="parTxOnly" presStyleLbl="node1" presStyleIdx="1" presStyleCnt="3">
        <dgm:presLayoutVars>
          <dgm:bulletEnabled val="1"/>
        </dgm:presLayoutVars>
      </dgm:prSet>
      <dgm:spPr/>
    </dgm:pt>
    <dgm:pt modelId="{B9971647-AD38-480E-AAA7-82691FAE2A08}" type="pres">
      <dgm:prSet presAssocID="{E7233263-70F1-C849-B859-01CFA15A926F}" presName="parSpace" presStyleCnt="0"/>
      <dgm:spPr/>
    </dgm:pt>
    <dgm:pt modelId="{D968CBE2-C286-4D87-988A-E6F803B15FE4}" type="pres">
      <dgm:prSet presAssocID="{F879D272-9976-8149-BDF6-B66EF3EFF22E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CE8C970E-6FD4-4DD3-90B6-59B968B12BF5}" type="presOf" srcId="{FD52182E-624E-1F4C-922B-87C0A850FB12}" destId="{82B60E95-4D5A-4CE7-B473-3EE2214EAB1D}" srcOrd="0" destOrd="0" presId="urn:microsoft.com/office/officeart/2005/8/layout/hChevron3"/>
    <dgm:cxn modelId="{E9027812-772F-5A4C-AD79-6CA18B4643AA}" srcId="{75990147-5337-BD4E-AE2F-D581E7CD1626}" destId="{F879D272-9976-8149-BDF6-B66EF3EFF22E}" srcOrd="2" destOrd="0" parTransId="{09BDFC33-8B41-434E-A285-D992E1831A4C}" sibTransId="{FCB83F71-04AA-7242-9F0E-321F109684F4}"/>
    <dgm:cxn modelId="{33D9897C-C415-4517-919F-2B05075C0CED}" type="presOf" srcId="{3B9B7265-8E8E-E047-9B99-F06837C854D6}" destId="{E28092A1-7852-4C2D-B2E2-D3D7F3BB09C8}" srcOrd="0" destOrd="0" presId="urn:microsoft.com/office/officeart/2005/8/layout/hChevron3"/>
    <dgm:cxn modelId="{62CC2FD9-9F8E-CF4B-97F5-000653988672}" srcId="{75990147-5337-BD4E-AE2F-D581E7CD1626}" destId="{3B9B7265-8E8E-E047-9B99-F06837C854D6}" srcOrd="1" destOrd="0" parTransId="{D1C33B0F-67BF-4A49-AC76-5373B8BD5043}" sibTransId="{E7233263-70F1-C849-B859-01CFA15A926F}"/>
    <dgm:cxn modelId="{C93311E3-44C4-44FC-BACF-CB1B46DA8A96}" type="presOf" srcId="{F879D272-9976-8149-BDF6-B66EF3EFF22E}" destId="{D968CBE2-C286-4D87-988A-E6F803B15FE4}" srcOrd="0" destOrd="0" presId="urn:microsoft.com/office/officeart/2005/8/layout/hChevron3"/>
    <dgm:cxn modelId="{1A0861E3-AA3A-9740-B65C-463102806796}" srcId="{75990147-5337-BD4E-AE2F-D581E7CD1626}" destId="{FD52182E-624E-1F4C-922B-87C0A850FB12}" srcOrd="0" destOrd="0" parTransId="{8EA349E5-8F8B-6A4D-AD43-0EA7C5E9B612}" sibTransId="{1FAE7532-1F24-C549-97A8-3CF02D4CE928}"/>
    <dgm:cxn modelId="{AF9621EE-09E1-4F42-837F-712DD267C4E6}" type="presOf" srcId="{75990147-5337-BD4E-AE2F-D581E7CD1626}" destId="{D5039692-3C68-4B0F-8D38-A30DF0400C8B}" srcOrd="0" destOrd="0" presId="urn:microsoft.com/office/officeart/2005/8/layout/hChevron3"/>
    <dgm:cxn modelId="{496ABF19-FFC2-4F63-B0EF-A39801576D6E}" type="presParOf" srcId="{D5039692-3C68-4B0F-8D38-A30DF0400C8B}" destId="{82B60E95-4D5A-4CE7-B473-3EE2214EAB1D}" srcOrd="0" destOrd="0" presId="urn:microsoft.com/office/officeart/2005/8/layout/hChevron3"/>
    <dgm:cxn modelId="{1E6BE523-08C0-4D01-9BE0-CBE388B242CD}" type="presParOf" srcId="{D5039692-3C68-4B0F-8D38-A30DF0400C8B}" destId="{6CF4FCC7-1223-4A05-8E5E-B9412802F92E}" srcOrd="1" destOrd="0" presId="urn:microsoft.com/office/officeart/2005/8/layout/hChevron3"/>
    <dgm:cxn modelId="{1DCB3469-33EA-4CE8-9DCB-F3332539F0A2}" type="presParOf" srcId="{D5039692-3C68-4B0F-8D38-A30DF0400C8B}" destId="{E28092A1-7852-4C2D-B2E2-D3D7F3BB09C8}" srcOrd="2" destOrd="0" presId="urn:microsoft.com/office/officeart/2005/8/layout/hChevron3"/>
    <dgm:cxn modelId="{5A78CD66-B36A-4BB2-93E8-B3DE743A1448}" type="presParOf" srcId="{D5039692-3C68-4B0F-8D38-A30DF0400C8B}" destId="{B9971647-AD38-480E-AAA7-82691FAE2A08}" srcOrd="3" destOrd="0" presId="urn:microsoft.com/office/officeart/2005/8/layout/hChevron3"/>
    <dgm:cxn modelId="{CAFC9808-B9CC-48A9-B407-197C630A4419}" type="presParOf" srcId="{D5039692-3C68-4B0F-8D38-A30DF0400C8B}" destId="{D968CBE2-C286-4D87-988A-E6F803B15FE4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39459-995B-427E-ADCE-B265F21B8BC6}">
      <dsp:nvSpPr>
        <dsp:cNvPr id="0" name=""/>
        <dsp:cNvSpPr/>
      </dsp:nvSpPr>
      <dsp:spPr>
        <a:xfrm>
          <a:off x="-5258678" y="-805447"/>
          <a:ext cx="6262334" cy="6262334"/>
        </a:xfrm>
        <a:prstGeom prst="blockArc">
          <a:avLst>
            <a:gd name="adj1" fmla="val 18900000"/>
            <a:gd name="adj2" fmla="val 2700000"/>
            <a:gd name="adj3" fmla="val 34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F55076-D761-4755-A7EC-D33F5C37F693}">
      <dsp:nvSpPr>
        <dsp:cNvPr id="0" name=""/>
        <dsp:cNvSpPr/>
      </dsp:nvSpPr>
      <dsp:spPr>
        <a:xfrm>
          <a:off x="645619" y="465143"/>
          <a:ext cx="6911073" cy="930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416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noProof="0" dirty="0"/>
            <a:t>Facilitar el acceso seguro a información corporativa.</a:t>
          </a:r>
        </a:p>
      </dsp:txBody>
      <dsp:txXfrm>
        <a:off x="645619" y="465143"/>
        <a:ext cx="6911073" cy="930287"/>
      </dsp:txXfrm>
    </dsp:sp>
    <dsp:sp modelId="{9FFEC2CE-F902-4A20-A88D-19158B5808B2}">
      <dsp:nvSpPr>
        <dsp:cNvPr id="0" name=""/>
        <dsp:cNvSpPr/>
      </dsp:nvSpPr>
      <dsp:spPr>
        <a:xfrm>
          <a:off x="64189" y="348857"/>
          <a:ext cx="1162859" cy="1162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D1E33-F3C9-4A51-BB12-29859E3C3704}">
      <dsp:nvSpPr>
        <dsp:cNvPr id="0" name=""/>
        <dsp:cNvSpPr/>
      </dsp:nvSpPr>
      <dsp:spPr>
        <a:xfrm>
          <a:off x="983779" y="1860575"/>
          <a:ext cx="6572913" cy="930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416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noProof="0" dirty="0"/>
            <a:t>Eliminar accesos directos a bases de datos.</a:t>
          </a:r>
        </a:p>
      </dsp:txBody>
      <dsp:txXfrm>
        <a:off x="983779" y="1860575"/>
        <a:ext cx="6572913" cy="930287"/>
      </dsp:txXfrm>
    </dsp:sp>
    <dsp:sp modelId="{0E967226-F2CA-40D0-A5C5-F496A67703AC}">
      <dsp:nvSpPr>
        <dsp:cNvPr id="0" name=""/>
        <dsp:cNvSpPr/>
      </dsp:nvSpPr>
      <dsp:spPr>
        <a:xfrm>
          <a:off x="402349" y="1744289"/>
          <a:ext cx="1162859" cy="1162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CC1C6-810A-40DF-BD8F-83EDACE8D56B}">
      <dsp:nvSpPr>
        <dsp:cNvPr id="0" name=""/>
        <dsp:cNvSpPr/>
      </dsp:nvSpPr>
      <dsp:spPr>
        <a:xfrm>
          <a:off x="645619" y="3256007"/>
          <a:ext cx="6911073" cy="930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416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noProof="0" dirty="0"/>
            <a:t>Estandarizar consultas y exportaciones</a:t>
          </a:r>
        </a:p>
      </dsp:txBody>
      <dsp:txXfrm>
        <a:off x="645619" y="3256007"/>
        <a:ext cx="6911073" cy="930287"/>
      </dsp:txXfrm>
    </dsp:sp>
    <dsp:sp modelId="{0AA84710-22C2-48C2-BB28-49F187DA3E1D}">
      <dsp:nvSpPr>
        <dsp:cNvPr id="0" name=""/>
        <dsp:cNvSpPr/>
      </dsp:nvSpPr>
      <dsp:spPr>
        <a:xfrm>
          <a:off x="64189" y="3139721"/>
          <a:ext cx="1162859" cy="1162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A9004-0329-4195-829D-0190CAB95FA1}">
      <dsp:nvSpPr>
        <dsp:cNvPr id="0" name=""/>
        <dsp:cNvSpPr/>
      </dsp:nvSpPr>
      <dsp:spPr>
        <a:xfrm>
          <a:off x="657900" y="54937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3632E-E593-421A-81C6-CCC259A2E081}">
      <dsp:nvSpPr>
        <dsp:cNvPr id="0" name=""/>
        <dsp:cNvSpPr/>
      </dsp:nvSpPr>
      <dsp:spPr>
        <a:xfrm>
          <a:off x="1082025" y="973496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21958-8AF9-479B-8A8F-62EC26E56305}">
      <dsp:nvSpPr>
        <dsp:cNvPr id="0" name=""/>
        <dsp:cNvSpPr/>
      </dsp:nvSpPr>
      <dsp:spPr>
        <a:xfrm>
          <a:off x="21712" y="3159372"/>
          <a:ext cx="3262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576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buNone/>
            <a:defRPr cap="all"/>
          </a:pPr>
          <a:br>
            <a:rPr lang="es-ES" sz="11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1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buNone/>
            <a:defRPr cap="all"/>
          </a:pPr>
          <a:r>
            <a:rPr lang="es-ES" sz="1100" b="0" i="0" kern="1200" noProof="0" dirty="0">
              <a:latin typeface="Montserrat" pitchFamily="2" charset="77"/>
              <a:cs typeface="Arial" panose="020B0604020202020204" pitchFamily="34" charset="0"/>
            </a:rPr>
            <a:t>Autenticación Corporativa</a:t>
          </a:r>
          <a:br>
            <a:rPr lang="es-ES" sz="11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1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488950">
            <a:spcBef>
              <a:spcPct val="0"/>
            </a:spcBef>
            <a:spcAft>
              <a:spcPts val="1800"/>
            </a:spcAft>
            <a:buNone/>
          </a:pPr>
          <a:endParaRPr lang="es-ES" sz="1100" b="0" i="0" kern="1200" noProof="0" dirty="0">
            <a:latin typeface="Montserrat" pitchFamily="2" charset="77"/>
            <a:cs typeface="Arial" panose="020B0604020202020204" pitchFamily="34" charset="0"/>
          </a:endParaRPr>
        </a:p>
      </dsp:txBody>
      <dsp:txXfrm>
        <a:off x="21712" y="3159372"/>
        <a:ext cx="3262500" cy="855000"/>
      </dsp:txXfrm>
    </dsp:sp>
    <dsp:sp modelId="{C6CF5353-1D58-42DB-9B74-5BF02A6B314D}">
      <dsp:nvSpPr>
        <dsp:cNvPr id="0" name=""/>
        <dsp:cNvSpPr/>
      </dsp:nvSpPr>
      <dsp:spPr>
        <a:xfrm>
          <a:off x="4491337" y="54937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8B2C78-DF02-48A3-BE7C-D71C37D43E19}">
      <dsp:nvSpPr>
        <dsp:cNvPr id="0" name=""/>
        <dsp:cNvSpPr/>
      </dsp:nvSpPr>
      <dsp:spPr>
        <a:xfrm>
          <a:off x="4915462" y="973496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EA806-1D1D-4F46-A75F-A70081BB450B}">
      <dsp:nvSpPr>
        <dsp:cNvPr id="0" name=""/>
        <dsp:cNvSpPr/>
      </dsp:nvSpPr>
      <dsp:spPr>
        <a:xfrm>
          <a:off x="3855150" y="3159372"/>
          <a:ext cx="3262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buNone/>
            <a:defRPr cap="all"/>
          </a:pPr>
          <a:br>
            <a:rPr lang="es-ES" sz="11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1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buNone/>
            <a:defRPr cap="all"/>
          </a:pPr>
          <a:r>
            <a:rPr lang="es-ES" sz="1100" b="0" i="0" kern="1200" noProof="0" dirty="0">
              <a:latin typeface="Montserrat" pitchFamily="2" charset="77"/>
              <a:cs typeface="Arial" panose="020B0604020202020204" pitchFamily="34" charset="0"/>
            </a:rPr>
            <a:t>Autorización por grupos y perfiles</a:t>
          </a:r>
          <a:br>
            <a:rPr lang="es-ES" sz="11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1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488950">
            <a:spcBef>
              <a:spcPct val="0"/>
            </a:spcBef>
            <a:spcAft>
              <a:spcPts val="1800"/>
            </a:spcAft>
            <a:buNone/>
          </a:pPr>
          <a:endParaRPr lang="es-ES" sz="1100" b="0" i="0" kern="1200" noProof="0" dirty="0">
            <a:latin typeface="Montserrat" pitchFamily="2" charset="77"/>
            <a:cs typeface="Arial" panose="020B0604020202020204" pitchFamily="34" charset="0"/>
          </a:endParaRPr>
        </a:p>
      </dsp:txBody>
      <dsp:txXfrm>
        <a:off x="3855150" y="3159372"/>
        <a:ext cx="3262500" cy="855000"/>
      </dsp:txXfrm>
    </dsp:sp>
    <dsp:sp modelId="{4F62518B-FA2E-4ACF-8110-2C310E94B1D1}">
      <dsp:nvSpPr>
        <dsp:cNvPr id="0" name=""/>
        <dsp:cNvSpPr/>
      </dsp:nvSpPr>
      <dsp:spPr>
        <a:xfrm>
          <a:off x="8324775" y="54937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2B179-4062-4391-A981-2EACD0E88281}">
      <dsp:nvSpPr>
        <dsp:cNvPr id="0" name=""/>
        <dsp:cNvSpPr/>
      </dsp:nvSpPr>
      <dsp:spPr>
        <a:xfrm>
          <a:off x="8748900" y="973496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66B75-886D-43CB-9398-99069FB98E0F}">
      <dsp:nvSpPr>
        <dsp:cNvPr id="0" name=""/>
        <dsp:cNvSpPr/>
      </dsp:nvSpPr>
      <dsp:spPr>
        <a:xfrm>
          <a:off x="7688587" y="3159372"/>
          <a:ext cx="32625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432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0" i="0" kern="1200" noProof="0" dirty="0">
              <a:latin typeface="Montserrat" pitchFamily="2" charset="77"/>
            </a:rPr>
            <a:t>Consultas solo de lectura</a:t>
          </a:r>
          <a:br>
            <a:rPr lang="es-ES" sz="1100" b="0" i="0" kern="1200" noProof="0" dirty="0">
              <a:latin typeface="Montserrat" pitchFamily="2" charset="77"/>
            </a:rPr>
          </a:br>
          <a:r>
            <a:rPr lang="es-ES" sz="1100" b="0" i="0" kern="1200" noProof="0" dirty="0">
              <a:latin typeface="Montserrat" pitchFamily="2" charset="77"/>
            </a:rPr>
            <a:t>(SELECT) </a:t>
          </a:r>
        </a:p>
      </dsp:txBody>
      <dsp:txXfrm>
        <a:off x="7688587" y="3159372"/>
        <a:ext cx="3262500" cy="85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93B19-F9AD-405E-9A8E-7CEA5F1B61E9}">
      <dsp:nvSpPr>
        <dsp:cNvPr id="0" name=""/>
        <dsp:cNvSpPr/>
      </dsp:nvSpPr>
      <dsp:spPr>
        <a:xfrm>
          <a:off x="657900" y="61687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F70B4-A78A-42F0-BA7A-E57DD3F0BBFC}">
      <dsp:nvSpPr>
        <dsp:cNvPr id="0" name=""/>
        <dsp:cNvSpPr/>
      </dsp:nvSpPr>
      <dsp:spPr>
        <a:xfrm>
          <a:off x="1082025" y="1040996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79C40-6A56-4F3A-BC3D-5FF1C772D341}">
      <dsp:nvSpPr>
        <dsp:cNvPr id="0" name=""/>
        <dsp:cNvSpPr/>
      </dsp:nvSpPr>
      <dsp:spPr>
        <a:xfrm>
          <a:off x="21712" y="322687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 noProof="0" dirty="0"/>
            <a:t>Preparado para múltiples usuarios.</a:t>
          </a:r>
        </a:p>
      </dsp:txBody>
      <dsp:txXfrm>
        <a:off x="21712" y="3226872"/>
        <a:ext cx="3262500" cy="720000"/>
      </dsp:txXfrm>
    </dsp:sp>
    <dsp:sp modelId="{69BAC29C-22E0-453A-A8FD-A0D02126A23F}">
      <dsp:nvSpPr>
        <dsp:cNvPr id="0" name=""/>
        <dsp:cNvSpPr/>
      </dsp:nvSpPr>
      <dsp:spPr>
        <a:xfrm>
          <a:off x="4491337" y="61687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AEF94-784E-4712-A539-2A2CABE048CB}">
      <dsp:nvSpPr>
        <dsp:cNvPr id="0" name=""/>
        <dsp:cNvSpPr/>
      </dsp:nvSpPr>
      <dsp:spPr>
        <a:xfrm>
          <a:off x="4915462" y="1040996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E4095-745F-46AE-A653-29830399C3ED}">
      <dsp:nvSpPr>
        <dsp:cNvPr id="0" name=""/>
        <dsp:cNvSpPr/>
      </dsp:nvSpPr>
      <dsp:spPr>
        <a:xfrm>
          <a:off x="3855150" y="322687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 noProof="0" dirty="0"/>
            <a:t>Despliegue en servidores corporativos</a:t>
          </a:r>
        </a:p>
      </dsp:txBody>
      <dsp:txXfrm>
        <a:off x="3855150" y="3226872"/>
        <a:ext cx="3262500" cy="720000"/>
      </dsp:txXfrm>
    </dsp:sp>
    <dsp:sp modelId="{CB2D4A40-6D8E-49C8-85ED-0FDF04CDE3FB}">
      <dsp:nvSpPr>
        <dsp:cNvPr id="0" name=""/>
        <dsp:cNvSpPr/>
      </dsp:nvSpPr>
      <dsp:spPr>
        <a:xfrm>
          <a:off x="8324775" y="616871"/>
          <a:ext cx="1990125" cy="199012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9EA21-E78C-47EF-AB5A-4B3B1432E56D}">
      <dsp:nvSpPr>
        <dsp:cNvPr id="0" name=""/>
        <dsp:cNvSpPr/>
      </dsp:nvSpPr>
      <dsp:spPr>
        <a:xfrm>
          <a:off x="8748900" y="1040996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D7FC9-D30A-4742-B346-6B97249E8755}">
      <dsp:nvSpPr>
        <dsp:cNvPr id="0" name=""/>
        <dsp:cNvSpPr/>
      </dsp:nvSpPr>
      <dsp:spPr>
        <a:xfrm>
          <a:off x="7688587" y="3226872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600" kern="1200" noProof="0" dirty="0"/>
            <a:t>Posibles ampliaciones funcionales (email, envíos programados).</a:t>
          </a:r>
        </a:p>
      </dsp:txBody>
      <dsp:txXfrm>
        <a:off x="7688587" y="3226872"/>
        <a:ext cx="3262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60E95-4D5A-4CE7-B473-3EE2214EAB1D}">
      <dsp:nvSpPr>
        <dsp:cNvPr id="0" name=""/>
        <dsp:cNvSpPr/>
      </dsp:nvSpPr>
      <dsp:spPr>
        <a:xfrm>
          <a:off x="4822" y="1438552"/>
          <a:ext cx="4216598" cy="168663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5760" tIns="42672" rIns="0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br>
            <a:rPr lang="es-ES" sz="16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6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r>
            <a:rPr lang="es-ES" sz="1600" b="0" i="0" kern="1200" noProof="0" dirty="0">
              <a:latin typeface="Montserrat" pitchFamily="2" charset="77"/>
              <a:cs typeface="Arial" panose="020B0604020202020204" pitchFamily="34" charset="0"/>
            </a:rPr>
            <a:t>Solución funcional</a:t>
          </a:r>
          <a:br>
            <a:rPr lang="es-ES" sz="16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6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endParaRPr lang="es-ES" sz="1600" b="0" i="0" kern="1200" noProof="0" dirty="0">
            <a:latin typeface="Montserrat" pitchFamily="2" charset="77"/>
            <a:cs typeface="Arial" panose="020B0604020202020204" pitchFamily="34" charset="0"/>
          </a:endParaRPr>
        </a:p>
      </dsp:txBody>
      <dsp:txXfrm>
        <a:off x="4822" y="1438552"/>
        <a:ext cx="3794938" cy="1686639"/>
      </dsp:txXfrm>
    </dsp:sp>
    <dsp:sp modelId="{E28092A1-7852-4C2D-B2E2-D3D7F3BB09C8}">
      <dsp:nvSpPr>
        <dsp:cNvPr id="0" name=""/>
        <dsp:cNvSpPr/>
      </dsp:nvSpPr>
      <dsp:spPr>
        <a:xfrm>
          <a:off x="3378100" y="1438552"/>
          <a:ext cx="4216598" cy="16866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4320" tIns="42672" rIns="0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br>
            <a:rPr lang="es-ES" sz="1600" b="0" i="0" kern="1200" noProof="0" dirty="0">
              <a:latin typeface="Montserrat" pitchFamily="2" charset="77"/>
              <a:cs typeface="Arial" panose="020B0604020202020204" pitchFamily="34" charset="0"/>
            </a:rPr>
          </a:br>
          <a:endParaRPr lang="es-ES" sz="1600" b="0" i="0" kern="1200" noProof="0" dirty="0">
            <a:latin typeface="Montserrat" pitchFamily="2" charset="77"/>
            <a:cs typeface="Arial" panose="020B0604020202020204" pitchFamily="34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r>
            <a:rPr lang="es-ES" sz="1600" b="0" i="0" kern="1200" noProof="0" dirty="0">
              <a:latin typeface="Montserrat" pitchFamily="2" charset="77"/>
              <a:cs typeface="Arial" panose="020B0604020202020204" pitchFamily="34" charset="0"/>
            </a:rPr>
            <a:t>Validada técnicamente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endParaRPr lang="es-ES" sz="1600" b="0" i="0" kern="1200" noProof="0" dirty="0">
            <a:latin typeface="Montserrat" pitchFamily="2" charset="77"/>
            <a:cs typeface="Arial" panose="020B0604020202020204" pitchFamily="34" charset="0"/>
          </a:endParaRPr>
        </a:p>
      </dsp:txBody>
      <dsp:txXfrm>
        <a:off x="4221420" y="1438552"/>
        <a:ext cx="2529959" cy="1686639"/>
      </dsp:txXfrm>
    </dsp:sp>
    <dsp:sp modelId="{D968CBE2-C286-4D87-988A-E6F803B15FE4}">
      <dsp:nvSpPr>
        <dsp:cNvPr id="0" name=""/>
        <dsp:cNvSpPr/>
      </dsp:nvSpPr>
      <dsp:spPr>
        <a:xfrm>
          <a:off x="6751379" y="1438552"/>
          <a:ext cx="4216598" cy="16866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4320" tIns="42672" rIns="0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1800"/>
            </a:spcAft>
            <a:buNone/>
          </a:pPr>
          <a:r>
            <a:rPr lang="es-ES" sz="1600" b="0" i="0" kern="1200" noProof="0" dirty="0">
              <a:latin typeface="Montserrat" pitchFamily="2" charset="77"/>
            </a:rPr>
            <a:t>Lista para despliegue </a:t>
          </a:r>
        </a:p>
      </dsp:txBody>
      <dsp:txXfrm>
        <a:off x="7594699" y="1438552"/>
        <a:ext cx="2529959" cy="1686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7A976-C401-494C-84DC-8149B98A2CF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6DCBD-0471-EC40-86C4-73FD233AD47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6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FF6B6-6D95-114A-B11C-BA2BBA5792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5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FF6B6-6D95-114A-B11C-BA2BBA5792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3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6B9125-AD0B-E841-A549-FA77230534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042" y="456608"/>
            <a:ext cx="1115568" cy="384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249" y="2130426"/>
            <a:ext cx="5022937" cy="1978111"/>
          </a:xfrm>
        </p:spPr>
        <p:txBody>
          <a:bodyPr anchor="b"/>
          <a:lstStyle>
            <a:lvl1pPr>
              <a:defRPr sz="5000" b="1"/>
            </a:lvl1pPr>
          </a:lstStyle>
          <a:p>
            <a:r>
              <a:rPr lang="en-US" dirty="0"/>
              <a:t>Click to add title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4321479"/>
            <a:ext cx="5022937" cy="131732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BA3666-E6DD-D146-B768-94088D7F92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DEA85-36D8-F74F-B3EC-6C9391D62F39}"/>
              </a:ext>
            </a:extLst>
          </p:cNvPr>
          <p:cNvSpPr txBox="1"/>
          <p:nvPr userDrawn="1"/>
        </p:nvSpPr>
        <p:spPr>
          <a:xfrm>
            <a:off x="601249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3816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82154D3D-EBF7-9649-A123-A8047ED9EC8C}"/>
              </a:ext>
            </a:extLst>
          </p:cNvPr>
          <p:cNvGrpSpPr/>
          <p:nvPr/>
        </p:nvGrpSpPr>
        <p:grpSpPr>
          <a:xfrm>
            <a:off x="1641475" y="-25400"/>
            <a:ext cx="10550525" cy="6883400"/>
            <a:chOff x="1641475" y="-25400"/>
            <a:chExt cx="10550525" cy="68834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4D1DF7-314F-094F-ACED-2DE5691BAF23}"/>
                </a:ext>
              </a:extLst>
            </p:cNvPr>
            <p:cNvCxnSpPr>
              <a:cxnSpLocks/>
            </p:cNvCxnSpPr>
            <p:nvPr/>
          </p:nvCxnSpPr>
          <p:spPr>
            <a:xfrm>
              <a:off x="8085464" y="4587875"/>
              <a:ext cx="0" cy="2270125"/>
            </a:xfrm>
            <a:prstGeom prst="line">
              <a:avLst/>
            </a:prstGeom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5C6082-FBAC-004C-8282-F31A7950F2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5464" y="1641477"/>
              <a:ext cx="4106536" cy="2946398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06A6424-12C0-1E4B-A06C-75CA84D16EEB}"/>
                </a:ext>
              </a:extLst>
            </p:cNvPr>
            <p:cNvCxnSpPr>
              <a:cxnSpLocks/>
            </p:cNvCxnSpPr>
            <p:nvPr/>
          </p:nvCxnSpPr>
          <p:spPr>
            <a:xfrm>
              <a:off x="1641475" y="-25400"/>
              <a:ext cx="6443989" cy="4613275"/>
            </a:xfrm>
            <a:prstGeom prst="line">
              <a:avLst/>
            </a:prstGeom>
            <a:ln w="63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DC6B9125-AD0B-E841-A549-FA77230534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0525" y="456608"/>
            <a:ext cx="1115568" cy="3847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249" y="2130426"/>
            <a:ext cx="5022937" cy="1978111"/>
          </a:xfrm>
        </p:spPr>
        <p:txBody>
          <a:bodyPr anchor="b"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4321479"/>
            <a:ext cx="5022937" cy="131732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943E7-E0D2-3A41-8D5A-E4C41BF189F1}"/>
              </a:ext>
            </a:extLst>
          </p:cNvPr>
          <p:cNvSpPr txBox="1"/>
          <p:nvPr userDrawn="1"/>
        </p:nvSpPr>
        <p:spPr>
          <a:xfrm>
            <a:off x="601249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6962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1249" y="2130426"/>
            <a:ext cx="5022937" cy="1978111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en-US" dirty="0"/>
              <a:t>Click to add title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4321479"/>
            <a:ext cx="5022937" cy="131732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DEC8A22-0D5A-8847-A317-1C86AB60B5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0525" y="456608"/>
            <a:ext cx="1115568" cy="3847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73B437-D430-804C-BBEB-783485F7ACFC}"/>
              </a:ext>
            </a:extLst>
          </p:cNvPr>
          <p:cNvSpPr txBox="1"/>
          <p:nvPr userDrawn="1"/>
        </p:nvSpPr>
        <p:spPr>
          <a:xfrm>
            <a:off x="601249" y="6455886"/>
            <a:ext cx="209433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  <a:p>
            <a:br>
              <a:rPr lang="en-GB" sz="800" b="0" i="0" dirty="0">
                <a:latin typeface="Montserrat" pitchFamily="2" charset="77"/>
              </a:rPr>
            </a:br>
            <a:endParaRPr lang="en-US" sz="600" b="0" i="0" kern="1200" dirty="0">
              <a:solidFill>
                <a:schemeClr val="tx1"/>
              </a:solidFill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7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1732F16-8938-8043-9D85-B1E1CED997E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74252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2E6-EECB-5142-2138-A5DD44121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13358"/>
            <a:ext cx="10972800" cy="562945"/>
          </a:xfrm>
        </p:spPr>
        <p:txBody>
          <a:bodyPr/>
          <a:lstStyle/>
          <a:p>
            <a:r>
              <a:rPr lang="en-GB" dirty="0"/>
              <a:t>Agenda/Presenters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5F94E-A42D-9458-5DB5-C1CF2A092CE9}"/>
              </a:ext>
            </a:extLst>
          </p:cNvPr>
          <p:cNvSpPr/>
          <p:nvPr userDrawn="1"/>
        </p:nvSpPr>
        <p:spPr>
          <a:xfrm>
            <a:off x="6512561" y="2645236"/>
            <a:ext cx="5196836" cy="2434764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955F6-05D6-BD31-298F-40FFF0A71195}"/>
              </a:ext>
            </a:extLst>
          </p:cNvPr>
          <p:cNvSpPr/>
          <p:nvPr userDrawn="1"/>
        </p:nvSpPr>
        <p:spPr>
          <a:xfrm>
            <a:off x="6512561" y="5014461"/>
            <a:ext cx="5196835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8F90AC8-5A56-808D-9340-D33840C17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15" y="2171349"/>
            <a:ext cx="2196846" cy="2434764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A945C6B-4245-8AF6-7397-85116D8F5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315320"/>
            <a:ext cx="5151120" cy="45663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Add topic, tab to add page#/time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A4C1A19-2A06-F200-0CEB-D85DD5265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0101" y="3376678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4B38956-36B2-F6DD-0D32-DC285B98EE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20101" y="4100578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9AE7D-B1A2-5A33-32B9-001AD9F4C97A}"/>
              </a:ext>
            </a:extLst>
          </p:cNvPr>
          <p:cNvCxnSpPr/>
          <p:nvPr userDrawn="1"/>
        </p:nvCxnSpPr>
        <p:spPr>
          <a:xfrm>
            <a:off x="6073140" y="1315319"/>
            <a:ext cx="0" cy="456637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2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2E6-EECB-5142-2138-A5DD44121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13358"/>
            <a:ext cx="10972800" cy="562945"/>
          </a:xfrm>
        </p:spPr>
        <p:txBody>
          <a:bodyPr/>
          <a:lstStyle/>
          <a:p>
            <a:r>
              <a:rPr lang="en-GB" dirty="0"/>
              <a:t>Agenda/Presenters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5F94E-A42D-9458-5DB5-C1CF2A092CE9}"/>
              </a:ext>
            </a:extLst>
          </p:cNvPr>
          <p:cNvSpPr/>
          <p:nvPr userDrawn="1"/>
        </p:nvSpPr>
        <p:spPr>
          <a:xfrm>
            <a:off x="7157941" y="1686560"/>
            <a:ext cx="4424456" cy="163553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955F6-05D6-BD31-298F-40FFF0A71195}"/>
              </a:ext>
            </a:extLst>
          </p:cNvPr>
          <p:cNvSpPr/>
          <p:nvPr userDrawn="1"/>
        </p:nvSpPr>
        <p:spPr>
          <a:xfrm>
            <a:off x="7157941" y="3322099"/>
            <a:ext cx="4424455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8F90AC8-5A56-808D-9340-D33840C17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6921" y="1333149"/>
            <a:ext cx="1462840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A945C6B-4245-8AF6-7397-85116D8F5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315320"/>
            <a:ext cx="5151120" cy="45663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Add topic, tab to add page#/time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A4C1A19-2A06-F200-0CEB-D85DD5265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93101" y="1909445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4B38956-36B2-F6DD-0D32-DC285B98EE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3101" y="2519045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0DB8-4AD3-D55D-3213-03DF6C8641D9}"/>
              </a:ext>
            </a:extLst>
          </p:cNvPr>
          <p:cNvSpPr/>
          <p:nvPr userDrawn="1"/>
        </p:nvSpPr>
        <p:spPr>
          <a:xfrm>
            <a:off x="7157941" y="4185920"/>
            <a:ext cx="4424456" cy="163553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FB590-619A-0C5F-4236-5D3274D1F970}"/>
              </a:ext>
            </a:extLst>
          </p:cNvPr>
          <p:cNvSpPr/>
          <p:nvPr userDrawn="1"/>
        </p:nvSpPr>
        <p:spPr>
          <a:xfrm>
            <a:off x="7157941" y="5821459"/>
            <a:ext cx="4424455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6A4CB6D2-7034-1392-A92C-3B649C38C3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6921" y="3832509"/>
            <a:ext cx="1462840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F6DFB7-9ADE-3388-88B3-99A3F7AB10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93101" y="4408805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919D5CC-5808-1204-1681-254A12F1EC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93101" y="5018405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9AE7D-B1A2-5A33-32B9-001AD9F4C97A}"/>
              </a:ext>
            </a:extLst>
          </p:cNvPr>
          <p:cNvCxnSpPr/>
          <p:nvPr userDrawn="1"/>
        </p:nvCxnSpPr>
        <p:spPr>
          <a:xfrm>
            <a:off x="6390640" y="1315319"/>
            <a:ext cx="0" cy="456637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99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2E6-EECB-5142-2138-A5DD44121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13358"/>
            <a:ext cx="10972800" cy="562945"/>
          </a:xfrm>
        </p:spPr>
        <p:txBody>
          <a:bodyPr/>
          <a:lstStyle/>
          <a:p>
            <a:r>
              <a:rPr lang="en-GB" dirty="0"/>
              <a:t>Agenda/Presenters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5F94E-A42D-9458-5DB5-C1CF2A092CE9}"/>
              </a:ext>
            </a:extLst>
          </p:cNvPr>
          <p:cNvSpPr/>
          <p:nvPr userDrawn="1"/>
        </p:nvSpPr>
        <p:spPr>
          <a:xfrm>
            <a:off x="4196081" y="2232660"/>
            <a:ext cx="2341655" cy="28854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955F6-05D6-BD31-298F-40FFF0A71195}"/>
              </a:ext>
            </a:extLst>
          </p:cNvPr>
          <p:cNvSpPr/>
          <p:nvPr userDrawn="1"/>
        </p:nvSpPr>
        <p:spPr>
          <a:xfrm>
            <a:off x="4196082" y="5072938"/>
            <a:ext cx="2341654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8F90AC8-5A56-808D-9340-D33840C17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040" y="1879249"/>
            <a:ext cx="1587597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A945C6B-4245-8AF6-7397-85116D8F5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315320"/>
            <a:ext cx="2997200" cy="45663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Add topic, tab to add page#/time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A4C1A19-2A06-F200-0CEB-D85DD5265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4041" y="3785870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4B38956-36B2-F6DD-0D32-DC285B98EE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41" y="4395470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9AE7D-B1A2-5A33-32B9-001AD9F4C97A}"/>
              </a:ext>
            </a:extLst>
          </p:cNvPr>
          <p:cNvCxnSpPr/>
          <p:nvPr userDrawn="1"/>
        </p:nvCxnSpPr>
        <p:spPr>
          <a:xfrm>
            <a:off x="3863340" y="1315319"/>
            <a:ext cx="0" cy="456637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6AB84A2-68CC-F50E-8408-D64C64308994}"/>
              </a:ext>
            </a:extLst>
          </p:cNvPr>
          <p:cNvSpPr/>
          <p:nvPr userDrawn="1"/>
        </p:nvSpPr>
        <p:spPr>
          <a:xfrm>
            <a:off x="6774181" y="2232660"/>
            <a:ext cx="2341655" cy="28854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111C7D-A74B-758E-ADE3-EB243A4F6DBB}"/>
              </a:ext>
            </a:extLst>
          </p:cNvPr>
          <p:cNvSpPr/>
          <p:nvPr userDrawn="1"/>
        </p:nvSpPr>
        <p:spPr>
          <a:xfrm>
            <a:off x="6774182" y="5072938"/>
            <a:ext cx="2341654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AB6833C1-2168-7833-15C8-0CCF88F37D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82140" y="1879249"/>
            <a:ext cx="1587597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35A5DA8-0568-473F-BADC-399508B377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2141" y="3785870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9874BF5-3401-58FA-88EC-1316E4D8FB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82141" y="4395470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3ED23E-6D33-2922-6E35-9C24609D7359}"/>
              </a:ext>
            </a:extLst>
          </p:cNvPr>
          <p:cNvSpPr/>
          <p:nvPr userDrawn="1"/>
        </p:nvSpPr>
        <p:spPr>
          <a:xfrm>
            <a:off x="9352281" y="2232660"/>
            <a:ext cx="2341655" cy="28854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50F126-488C-B7E6-43C0-7BF317A0B495}"/>
              </a:ext>
            </a:extLst>
          </p:cNvPr>
          <p:cNvSpPr/>
          <p:nvPr userDrawn="1"/>
        </p:nvSpPr>
        <p:spPr>
          <a:xfrm>
            <a:off x="9352282" y="5072938"/>
            <a:ext cx="2341654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16D10434-F8B8-1896-00EA-7D5330BB1E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60240" y="1879249"/>
            <a:ext cx="1587597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69117CF-E129-FEF0-DD21-C788C1E7D7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60241" y="3785870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3FB806E-537E-736E-17B2-136C783476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60241" y="4395470"/>
            <a:ext cx="1879699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</p:spTree>
    <p:extLst>
      <p:ext uri="{BB962C8B-B14F-4D97-AF65-F5344CB8AC3E}">
        <p14:creationId xmlns:p14="http://schemas.microsoft.com/office/powerpoint/2010/main" val="177377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2E6-EECB-5142-2138-A5DD44121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13358"/>
            <a:ext cx="10972800" cy="562945"/>
          </a:xfrm>
        </p:spPr>
        <p:txBody>
          <a:bodyPr/>
          <a:lstStyle/>
          <a:p>
            <a:r>
              <a:rPr lang="en-GB" dirty="0"/>
              <a:t>Agenda/Presenters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5F94E-A42D-9458-5DB5-C1CF2A092CE9}"/>
              </a:ext>
            </a:extLst>
          </p:cNvPr>
          <p:cNvSpPr/>
          <p:nvPr userDrawn="1"/>
        </p:nvSpPr>
        <p:spPr>
          <a:xfrm>
            <a:off x="4544154" y="1686560"/>
            <a:ext cx="3352800" cy="163553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955F6-05D6-BD31-298F-40FFF0A71195}"/>
              </a:ext>
            </a:extLst>
          </p:cNvPr>
          <p:cNvSpPr/>
          <p:nvPr userDrawn="1"/>
        </p:nvSpPr>
        <p:spPr>
          <a:xfrm>
            <a:off x="4544154" y="3322099"/>
            <a:ext cx="3352799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8F90AC8-5A56-808D-9340-D33840C17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75201" y="1333149"/>
            <a:ext cx="1258839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A945C6B-4245-8AF6-7397-85116D8F50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1315320"/>
            <a:ext cx="3261359" cy="45663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Add topic, tab to add page#/time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A4C1A19-2A06-F200-0CEB-D85DD5265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5752" y="190944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4B38956-36B2-F6DD-0D32-DC285B98EE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52" y="251904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0DB8-4AD3-D55D-3213-03DF6C8641D9}"/>
              </a:ext>
            </a:extLst>
          </p:cNvPr>
          <p:cNvSpPr/>
          <p:nvPr userDrawn="1"/>
        </p:nvSpPr>
        <p:spPr>
          <a:xfrm>
            <a:off x="4544154" y="4185920"/>
            <a:ext cx="3352800" cy="163553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FB590-619A-0C5F-4236-5D3274D1F970}"/>
              </a:ext>
            </a:extLst>
          </p:cNvPr>
          <p:cNvSpPr/>
          <p:nvPr userDrawn="1"/>
        </p:nvSpPr>
        <p:spPr>
          <a:xfrm>
            <a:off x="4544154" y="5821459"/>
            <a:ext cx="3352799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6A4CB6D2-7034-1392-A92C-3B649C38C3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5201" y="3832509"/>
            <a:ext cx="1258839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F6DFB7-9ADE-3388-88B3-99A3F7AB10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5752" y="440880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919D5CC-5808-1204-1681-254A12F1EC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752" y="501840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9AE7D-B1A2-5A33-32B9-001AD9F4C97A}"/>
              </a:ext>
            </a:extLst>
          </p:cNvPr>
          <p:cNvCxnSpPr/>
          <p:nvPr userDrawn="1"/>
        </p:nvCxnSpPr>
        <p:spPr>
          <a:xfrm>
            <a:off x="4185920" y="1315319"/>
            <a:ext cx="0" cy="456637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6E41FDE-E6C7-57D9-0609-6E505A04A8F9}"/>
              </a:ext>
            </a:extLst>
          </p:cNvPr>
          <p:cNvSpPr/>
          <p:nvPr userDrawn="1"/>
        </p:nvSpPr>
        <p:spPr>
          <a:xfrm>
            <a:off x="8229600" y="1686560"/>
            <a:ext cx="3352800" cy="163553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82450B-B61D-41AE-342C-A984B22E27BB}"/>
              </a:ext>
            </a:extLst>
          </p:cNvPr>
          <p:cNvSpPr/>
          <p:nvPr userDrawn="1"/>
        </p:nvSpPr>
        <p:spPr>
          <a:xfrm>
            <a:off x="8229600" y="3322099"/>
            <a:ext cx="3352799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184ED3E9-C6E4-9655-9F8F-CB1F8C0369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60647" y="1333149"/>
            <a:ext cx="1258839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EFB8892-0BAD-87A8-4366-D61B818283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21198" y="190944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2667C16-CAD3-55C6-4E43-95FB0CFE0C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21198" y="251904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CFD99-3A81-26EF-7FC1-4F21453D4BBB}"/>
              </a:ext>
            </a:extLst>
          </p:cNvPr>
          <p:cNvSpPr/>
          <p:nvPr userDrawn="1"/>
        </p:nvSpPr>
        <p:spPr>
          <a:xfrm>
            <a:off x="8229600" y="4185920"/>
            <a:ext cx="3352800" cy="163553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B43C7F-1C75-CE52-9877-38C7DFA8115C}"/>
              </a:ext>
            </a:extLst>
          </p:cNvPr>
          <p:cNvSpPr/>
          <p:nvPr userDrawn="1"/>
        </p:nvSpPr>
        <p:spPr>
          <a:xfrm>
            <a:off x="8229600" y="5821459"/>
            <a:ext cx="3352799" cy="60238"/>
          </a:xfrm>
          <a:prstGeom prst="rect">
            <a:avLst/>
          </a:prstGeom>
          <a:solidFill>
            <a:srgbClr val="FF3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60FAE2BB-EAAA-2678-685D-98CD9AB0CED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460647" y="3832509"/>
            <a:ext cx="1258839" cy="171557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20AD17-793C-3FE7-D028-F386E8BE6A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21198" y="440880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First name</a:t>
            </a:r>
          </a:p>
          <a:p>
            <a:pPr lvl="0"/>
            <a:r>
              <a:rPr lang="en-US" dirty="0"/>
              <a:t>Last name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CE5FD72-B7DA-81D6-6055-6E9D486F2B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21198" y="5018405"/>
            <a:ext cx="1449071" cy="519209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4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and region</a:t>
            </a:r>
          </a:p>
        </p:txBody>
      </p:sp>
    </p:spTree>
    <p:extLst>
      <p:ext uri="{BB962C8B-B14F-4D97-AF65-F5344CB8AC3E}">
        <p14:creationId xmlns:p14="http://schemas.microsoft.com/office/powerpoint/2010/main" val="335964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/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8225642" cy="3019424"/>
          </a:xfrm>
        </p:spPr>
        <p:txBody>
          <a:bodyPr anchor="t"/>
          <a:lstStyle>
            <a:lvl1pPr algn="l">
              <a:lnSpc>
                <a:spcPct val="95000"/>
              </a:lnSpc>
              <a:defRPr sz="66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E7474B0-B4BB-AB4B-A096-2B89902D2E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42E6A2-66EB-C149-A8B7-EDDA7785FD6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E2F9F-12B4-2748-A50C-B7BC32F15E56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4EB99-0747-DB4A-B112-58BE31538D46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792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/ Statement Half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EE6F88AB-5BF5-3A43-B03E-5034A4C232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noFill/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5024846" cy="3019424"/>
          </a:xfrm>
        </p:spPr>
        <p:txBody>
          <a:bodyPr anchor="t"/>
          <a:lstStyle>
            <a:lvl1pPr algn="l">
              <a:lnSpc>
                <a:spcPct val="95000"/>
              </a:lnSpc>
              <a:defRPr sz="66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E7474B0-B4BB-AB4B-A096-2B89902D2E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42E6A2-66EB-C149-A8B7-EDDA7785FD6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E2F9F-12B4-2748-A50C-B7BC32F15E56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6C48C-DE31-4447-8094-016931C29762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97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/ Statement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8225642" cy="3019424"/>
          </a:xfrm>
        </p:spPr>
        <p:txBody>
          <a:bodyPr anchor="t"/>
          <a:lstStyle>
            <a:lvl1pPr algn="l">
              <a:lnSpc>
                <a:spcPct val="95000"/>
              </a:lnSpc>
              <a:defRPr sz="66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E7474B0-B4BB-AB4B-A096-2B89902D2E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2D35E7E-9481-9F4D-8CCE-C5720530A5B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50467-BC67-BF40-960B-CE6C57A0BE2C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DAE7F-AC38-2746-A7BD-5AB746496AD8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58866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/ Statem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EA7F59-0E83-1D4B-AEF1-E8CD3D64A2C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picture to placeholder or click icon to add. Send placeholder to back. </a:t>
            </a:r>
            <a:br>
              <a:rPr lang="en-US" dirty="0"/>
            </a:br>
            <a:r>
              <a:rPr lang="en-US" dirty="0"/>
              <a:t>Note that the logo and page number sit on top of the slide; it will need to be pasted onto any new slide; dark photo may require a reversed logo.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8225642" cy="3019424"/>
          </a:xfrm>
        </p:spPr>
        <p:txBody>
          <a:bodyPr anchor="t"/>
          <a:lstStyle>
            <a:lvl1pPr algn="l">
              <a:lnSpc>
                <a:spcPct val="95000"/>
              </a:lnSpc>
              <a:defRPr sz="66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E7474B0-B4BB-AB4B-A096-2B89902D2E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2D35E7E-9481-9F4D-8CCE-C5720530A5B7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50467-BC67-BF40-960B-CE6C57A0BE2C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EE365-36B6-D848-8EC1-D95C1B9E2261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3266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rgbClr val="2E3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8225642" cy="2097141"/>
          </a:xfrm>
        </p:spPr>
        <p:txBody>
          <a:bodyPr anchor="t"/>
          <a:lstStyle>
            <a:lvl1pPr algn="l">
              <a:lnSpc>
                <a:spcPct val="95000"/>
              </a:lnSpc>
              <a:defRPr sz="34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EEEFF84-4C62-D54D-8600-9CE5D84041EA}"/>
              </a:ext>
            </a:extLst>
          </p:cNvPr>
          <p:cNvSpPr/>
          <p:nvPr/>
        </p:nvSpPr>
        <p:spPr>
          <a:xfrm>
            <a:off x="2208330" y="3443166"/>
            <a:ext cx="9983670" cy="3414834"/>
          </a:xfrm>
          <a:custGeom>
            <a:avLst/>
            <a:gdLst>
              <a:gd name="connsiteX0" fmla="*/ 8404215 w 9983670"/>
              <a:gd name="connsiteY0" fmla="*/ 842683 h 3414834"/>
              <a:gd name="connsiteX1" fmla="*/ 7567866 w 9983670"/>
              <a:gd name="connsiteY1" fmla="*/ 1742997 h 3414834"/>
              <a:gd name="connsiteX2" fmla="*/ 7567866 w 9983670"/>
              <a:gd name="connsiteY2" fmla="*/ 1752603 h 3414834"/>
              <a:gd name="connsiteX3" fmla="*/ 8413777 w 9983670"/>
              <a:gd name="connsiteY3" fmla="*/ 2662515 h 3414834"/>
              <a:gd name="connsiteX4" fmla="*/ 9245354 w 9983670"/>
              <a:gd name="connsiteY4" fmla="*/ 1762207 h 3414834"/>
              <a:gd name="connsiteX5" fmla="*/ 9245354 w 9983670"/>
              <a:gd name="connsiteY5" fmla="*/ 1752603 h 3414834"/>
              <a:gd name="connsiteX6" fmla="*/ 8404215 w 9983670"/>
              <a:gd name="connsiteY6" fmla="*/ 842683 h 3414834"/>
              <a:gd name="connsiteX7" fmla="*/ 3418817 w 9983670"/>
              <a:gd name="connsiteY7" fmla="*/ 67627 h 3414834"/>
              <a:gd name="connsiteX8" fmla="*/ 4490094 w 9983670"/>
              <a:gd name="connsiteY8" fmla="*/ 67627 h 3414834"/>
              <a:gd name="connsiteX9" fmla="*/ 5081053 w 9983670"/>
              <a:gd name="connsiteY9" fmla="*/ 1016044 h 3414834"/>
              <a:gd name="connsiteX10" fmla="*/ 5686345 w 9983670"/>
              <a:gd name="connsiteY10" fmla="*/ 67627 h 3414834"/>
              <a:gd name="connsiteX11" fmla="*/ 6733709 w 9983670"/>
              <a:gd name="connsiteY11" fmla="*/ 67627 h 3414834"/>
              <a:gd name="connsiteX12" fmla="*/ 5628727 w 9983670"/>
              <a:gd name="connsiteY12" fmla="*/ 1709369 h 3414834"/>
              <a:gd name="connsiteX13" fmla="*/ 6766463 w 9983670"/>
              <a:gd name="connsiteY13" fmla="*/ 3414834 h 3414834"/>
              <a:gd name="connsiteX14" fmla="*/ 5695933 w 9983670"/>
              <a:gd name="connsiteY14" fmla="*/ 3414834 h 3414834"/>
              <a:gd name="connsiteX15" fmla="*/ 5066613 w 9983670"/>
              <a:gd name="connsiteY15" fmla="*/ 2417060 h 3414834"/>
              <a:gd name="connsiteX16" fmla="*/ 4432628 w 9983670"/>
              <a:gd name="connsiteY16" fmla="*/ 3414834 h 3414834"/>
              <a:gd name="connsiteX17" fmla="*/ 3386190 w 9983670"/>
              <a:gd name="connsiteY17" fmla="*/ 3414834 h 3414834"/>
              <a:gd name="connsiteX18" fmla="*/ 4523728 w 9983670"/>
              <a:gd name="connsiteY18" fmla="*/ 1723822 h 3414834"/>
              <a:gd name="connsiteX19" fmla="*/ 8413777 w 9983670"/>
              <a:gd name="connsiteY19" fmla="*/ 0 h 3414834"/>
              <a:gd name="connsiteX20" fmla="*/ 9975078 w 9983670"/>
              <a:gd name="connsiteY20" fmla="*/ 909916 h 3414834"/>
              <a:gd name="connsiteX21" fmla="*/ 9983670 w 9983670"/>
              <a:gd name="connsiteY21" fmla="*/ 928108 h 3414834"/>
              <a:gd name="connsiteX22" fmla="*/ 9983670 w 9983670"/>
              <a:gd name="connsiteY22" fmla="*/ 2565213 h 3414834"/>
              <a:gd name="connsiteX23" fmla="*/ 9972896 w 9983670"/>
              <a:gd name="connsiteY23" fmla="*/ 2587909 h 3414834"/>
              <a:gd name="connsiteX24" fmla="*/ 9018246 w 9983670"/>
              <a:gd name="connsiteY24" fmla="*/ 3402495 h 3414834"/>
              <a:gd name="connsiteX25" fmla="*/ 8978812 w 9983670"/>
              <a:gd name="connsiteY25" fmla="*/ 3414834 h 3414834"/>
              <a:gd name="connsiteX26" fmla="*/ 7829262 w 9983670"/>
              <a:gd name="connsiteY26" fmla="*/ 3414834 h 3414834"/>
              <a:gd name="connsiteX27" fmla="*/ 7700041 w 9983670"/>
              <a:gd name="connsiteY27" fmla="*/ 3368954 h 3414834"/>
              <a:gd name="connsiteX28" fmla="*/ 6637578 w 9983670"/>
              <a:gd name="connsiteY28" fmla="*/ 1762207 h 3414834"/>
              <a:gd name="connsiteX29" fmla="*/ 6637578 w 9983670"/>
              <a:gd name="connsiteY29" fmla="*/ 1752603 h 3414834"/>
              <a:gd name="connsiteX30" fmla="*/ 8413777 w 9983670"/>
              <a:gd name="connsiteY30" fmla="*/ 0 h 3414834"/>
              <a:gd name="connsiteX31" fmla="*/ 1806529 w 9983670"/>
              <a:gd name="connsiteY31" fmla="*/ 0 h 3414834"/>
              <a:gd name="connsiteX32" fmla="*/ 2890301 w 9983670"/>
              <a:gd name="connsiteY32" fmla="*/ 279979 h 3414834"/>
              <a:gd name="connsiteX33" fmla="*/ 2402490 w 9983670"/>
              <a:gd name="connsiteY33" fmla="*/ 991285 h 3414834"/>
              <a:gd name="connsiteX34" fmla="*/ 1811319 w 9983670"/>
              <a:gd name="connsiteY34" fmla="*/ 832959 h 3414834"/>
              <a:gd name="connsiteX35" fmla="*/ 951301 w 9983670"/>
              <a:gd name="connsiteY35" fmla="*/ 1752603 h 3414834"/>
              <a:gd name="connsiteX36" fmla="*/ 951301 w 9983670"/>
              <a:gd name="connsiteY36" fmla="*/ 1762298 h 3414834"/>
              <a:gd name="connsiteX37" fmla="*/ 1864200 w 9983670"/>
              <a:gd name="connsiteY37" fmla="*/ 2701140 h 3414834"/>
              <a:gd name="connsiteX38" fmla="*/ 2402260 w 9983670"/>
              <a:gd name="connsiteY38" fmla="*/ 2561570 h 3414834"/>
              <a:gd name="connsiteX39" fmla="*/ 2402260 w 9983670"/>
              <a:gd name="connsiteY39" fmla="*/ 2152230 h 3414834"/>
              <a:gd name="connsiteX40" fmla="*/ 1606765 w 9983670"/>
              <a:gd name="connsiteY40" fmla="*/ 2152230 h 3414834"/>
              <a:gd name="connsiteX41" fmla="*/ 2075302 w 9983670"/>
              <a:gd name="connsiteY41" fmla="*/ 1468549 h 3414834"/>
              <a:gd name="connsiteX42" fmla="*/ 3286312 w 9983670"/>
              <a:gd name="connsiteY42" fmla="*/ 1468549 h 3414834"/>
              <a:gd name="connsiteX43" fmla="*/ 3286312 w 9983670"/>
              <a:gd name="connsiteY43" fmla="*/ 2980385 h 3414834"/>
              <a:gd name="connsiteX44" fmla="*/ 2653278 w 9983670"/>
              <a:gd name="connsiteY44" fmla="*/ 3354760 h 3414834"/>
              <a:gd name="connsiteX45" fmla="*/ 2473442 w 9983670"/>
              <a:gd name="connsiteY45" fmla="*/ 3414834 h 3414834"/>
              <a:gd name="connsiteX46" fmla="*/ 1216206 w 9983670"/>
              <a:gd name="connsiteY46" fmla="*/ 3414834 h 3414834"/>
              <a:gd name="connsiteX47" fmla="*/ 1098558 w 9983670"/>
              <a:gd name="connsiteY47" fmla="*/ 3376420 h 3414834"/>
              <a:gd name="connsiteX48" fmla="*/ 0 w 9983670"/>
              <a:gd name="connsiteY48" fmla="*/ 1762298 h 3414834"/>
              <a:gd name="connsiteX49" fmla="*/ 0 w 9983670"/>
              <a:gd name="connsiteY49" fmla="*/ 1752603 h 3414834"/>
              <a:gd name="connsiteX50" fmla="*/ 1806529 w 9983670"/>
              <a:gd name="connsiteY50" fmla="*/ 0 h 341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83670" h="3414834">
                <a:moveTo>
                  <a:pt x="8404215" y="842683"/>
                </a:moveTo>
                <a:cubicBezTo>
                  <a:pt x="7901487" y="842683"/>
                  <a:pt x="7567866" y="1256675"/>
                  <a:pt x="7567866" y="1742997"/>
                </a:cubicBezTo>
                <a:lnTo>
                  <a:pt x="7567866" y="1752603"/>
                </a:lnTo>
                <a:cubicBezTo>
                  <a:pt x="7567866" y="2238919"/>
                  <a:pt x="7910854" y="2662515"/>
                  <a:pt x="8413777" y="2662515"/>
                </a:cubicBezTo>
                <a:cubicBezTo>
                  <a:pt x="8911734" y="2662515"/>
                  <a:pt x="9245354" y="2248535"/>
                  <a:pt x="9245354" y="1762207"/>
                </a:cubicBezTo>
                <a:lnTo>
                  <a:pt x="9245354" y="1752603"/>
                </a:lnTo>
                <a:cubicBezTo>
                  <a:pt x="9245354" y="1261575"/>
                  <a:pt x="8907139" y="842683"/>
                  <a:pt x="8404215" y="842683"/>
                </a:cubicBezTo>
                <a:close/>
                <a:moveTo>
                  <a:pt x="3418817" y="67627"/>
                </a:moveTo>
                <a:lnTo>
                  <a:pt x="4490094" y="67627"/>
                </a:lnTo>
                <a:lnTo>
                  <a:pt x="5081053" y="1016044"/>
                </a:lnTo>
                <a:lnTo>
                  <a:pt x="5686345" y="67627"/>
                </a:lnTo>
                <a:lnTo>
                  <a:pt x="6733709" y="67627"/>
                </a:lnTo>
                <a:lnTo>
                  <a:pt x="5628727" y="1709369"/>
                </a:lnTo>
                <a:lnTo>
                  <a:pt x="6766463" y="3414834"/>
                </a:lnTo>
                <a:lnTo>
                  <a:pt x="5695933" y="3414834"/>
                </a:lnTo>
                <a:lnTo>
                  <a:pt x="5066613" y="2417060"/>
                </a:lnTo>
                <a:lnTo>
                  <a:pt x="4432628" y="3414834"/>
                </a:lnTo>
                <a:lnTo>
                  <a:pt x="3386190" y="3414834"/>
                </a:lnTo>
                <a:lnTo>
                  <a:pt x="4523728" y="1723822"/>
                </a:lnTo>
                <a:close/>
                <a:moveTo>
                  <a:pt x="8413777" y="0"/>
                </a:moveTo>
                <a:cubicBezTo>
                  <a:pt x="9111481" y="0"/>
                  <a:pt x="9684854" y="366429"/>
                  <a:pt x="9975078" y="909916"/>
                </a:cubicBezTo>
                <a:lnTo>
                  <a:pt x="9983670" y="928108"/>
                </a:lnTo>
                <a:lnTo>
                  <a:pt x="9983670" y="2565213"/>
                </a:lnTo>
                <a:lnTo>
                  <a:pt x="9972896" y="2587909"/>
                </a:lnTo>
                <a:cubicBezTo>
                  <a:pt x="9771453" y="2963508"/>
                  <a:pt x="9435379" y="3256226"/>
                  <a:pt x="9018246" y="3402495"/>
                </a:cubicBezTo>
                <a:lnTo>
                  <a:pt x="8978812" y="3414834"/>
                </a:lnTo>
                <a:lnTo>
                  <a:pt x="7829262" y="3414834"/>
                </a:lnTo>
                <a:lnTo>
                  <a:pt x="7700041" y="3368954"/>
                </a:lnTo>
                <a:cubicBezTo>
                  <a:pt x="7060463" y="3105551"/>
                  <a:pt x="6637578" y="2488017"/>
                  <a:pt x="6637578" y="1762207"/>
                </a:cubicBezTo>
                <a:lnTo>
                  <a:pt x="6637578" y="1752603"/>
                </a:lnTo>
                <a:cubicBezTo>
                  <a:pt x="6637578" y="784858"/>
                  <a:pt x="7398758" y="0"/>
                  <a:pt x="8413777" y="0"/>
                </a:cubicBezTo>
                <a:close/>
                <a:moveTo>
                  <a:pt x="1806529" y="0"/>
                </a:moveTo>
                <a:cubicBezTo>
                  <a:pt x="2249430" y="0"/>
                  <a:pt x="2595193" y="100099"/>
                  <a:pt x="2890301" y="279979"/>
                </a:cubicBezTo>
                <a:lnTo>
                  <a:pt x="2402490" y="991285"/>
                </a:lnTo>
                <a:cubicBezTo>
                  <a:pt x="2230554" y="889065"/>
                  <a:pt x="2045380" y="832959"/>
                  <a:pt x="1811319" y="832959"/>
                </a:cubicBezTo>
                <a:cubicBezTo>
                  <a:pt x="1326038" y="832959"/>
                  <a:pt x="951301" y="1237488"/>
                  <a:pt x="951301" y="1752603"/>
                </a:cubicBezTo>
                <a:lnTo>
                  <a:pt x="951301" y="1762298"/>
                </a:lnTo>
                <a:cubicBezTo>
                  <a:pt x="951301" y="2311103"/>
                  <a:pt x="1330828" y="2701140"/>
                  <a:pt x="1864200" y="2701140"/>
                </a:cubicBezTo>
                <a:cubicBezTo>
                  <a:pt x="2094762" y="2701140"/>
                  <a:pt x="2267758" y="2653040"/>
                  <a:pt x="2402260" y="2561570"/>
                </a:cubicBezTo>
                <a:lnTo>
                  <a:pt x="2402260" y="2152230"/>
                </a:lnTo>
                <a:lnTo>
                  <a:pt x="1606765" y="2152230"/>
                </a:lnTo>
                <a:lnTo>
                  <a:pt x="2075302" y="1468549"/>
                </a:lnTo>
                <a:lnTo>
                  <a:pt x="3286312" y="1468549"/>
                </a:lnTo>
                <a:lnTo>
                  <a:pt x="3286312" y="2980385"/>
                </a:lnTo>
                <a:cubicBezTo>
                  <a:pt x="3108526" y="3129668"/>
                  <a:pt x="2897115" y="3260874"/>
                  <a:pt x="2653278" y="3354760"/>
                </a:cubicBezTo>
                <a:lnTo>
                  <a:pt x="2473442" y="3414834"/>
                </a:lnTo>
                <a:lnTo>
                  <a:pt x="1216206" y="3414834"/>
                </a:lnTo>
                <a:lnTo>
                  <a:pt x="1098558" y="3376420"/>
                </a:lnTo>
                <a:cubicBezTo>
                  <a:pt x="437795" y="3125460"/>
                  <a:pt x="0" y="2527847"/>
                  <a:pt x="0" y="1762298"/>
                </a:cubicBezTo>
                <a:lnTo>
                  <a:pt x="0" y="1752603"/>
                </a:lnTo>
                <a:cubicBezTo>
                  <a:pt x="0" y="770370"/>
                  <a:pt x="768724" y="0"/>
                  <a:pt x="1806529" y="0"/>
                </a:cubicBezTo>
                <a:close/>
              </a:path>
            </a:pathLst>
          </a:custGeom>
          <a:solidFill>
            <a:srgbClr val="1C1C1C"/>
          </a:solidFill>
          <a:ln w="17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Montserrat" pitchFamily="2" charset="77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9B5A19E-08FB-2A42-9540-FEEB8A1B677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16F4F-F9C5-A945-9A0D-F706413A7681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0EF90-DCFD-BB42-B473-2E9BA77B73D7}"/>
              </a:ext>
            </a:extLst>
          </p:cNvPr>
          <p:cNvSpPr txBox="1"/>
          <p:nvPr userDrawn="1"/>
        </p:nvSpPr>
        <p:spPr>
          <a:xfrm>
            <a:off x="609600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25078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322DEDAF-BB81-C14E-B5B5-AD6DFAE1E4C8}"/>
              </a:ext>
            </a:extLst>
          </p:cNvPr>
          <p:cNvSpPr/>
          <p:nvPr/>
        </p:nvSpPr>
        <p:spPr>
          <a:xfrm>
            <a:off x="2208330" y="3443166"/>
            <a:ext cx="9983670" cy="3414834"/>
          </a:xfrm>
          <a:custGeom>
            <a:avLst/>
            <a:gdLst>
              <a:gd name="connsiteX0" fmla="*/ 8404215 w 9983670"/>
              <a:gd name="connsiteY0" fmla="*/ 842683 h 3414834"/>
              <a:gd name="connsiteX1" fmla="*/ 7567866 w 9983670"/>
              <a:gd name="connsiteY1" fmla="*/ 1742997 h 3414834"/>
              <a:gd name="connsiteX2" fmla="*/ 7567866 w 9983670"/>
              <a:gd name="connsiteY2" fmla="*/ 1752603 h 3414834"/>
              <a:gd name="connsiteX3" fmla="*/ 8413777 w 9983670"/>
              <a:gd name="connsiteY3" fmla="*/ 2662515 h 3414834"/>
              <a:gd name="connsiteX4" fmla="*/ 9245354 w 9983670"/>
              <a:gd name="connsiteY4" fmla="*/ 1762207 h 3414834"/>
              <a:gd name="connsiteX5" fmla="*/ 9245354 w 9983670"/>
              <a:gd name="connsiteY5" fmla="*/ 1752603 h 3414834"/>
              <a:gd name="connsiteX6" fmla="*/ 8404215 w 9983670"/>
              <a:gd name="connsiteY6" fmla="*/ 842683 h 3414834"/>
              <a:gd name="connsiteX7" fmla="*/ 3418817 w 9983670"/>
              <a:gd name="connsiteY7" fmla="*/ 67627 h 3414834"/>
              <a:gd name="connsiteX8" fmla="*/ 4490094 w 9983670"/>
              <a:gd name="connsiteY8" fmla="*/ 67627 h 3414834"/>
              <a:gd name="connsiteX9" fmla="*/ 5081053 w 9983670"/>
              <a:gd name="connsiteY9" fmla="*/ 1016044 h 3414834"/>
              <a:gd name="connsiteX10" fmla="*/ 5686345 w 9983670"/>
              <a:gd name="connsiteY10" fmla="*/ 67627 h 3414834"/>
              <a:gd name="connsiteX11" fmla="*/ 6733709 w 9983670"/>
              <a:gd name="connsiteY11" fmla="*/ 67627 h 3414834"/>
              <a:gd name="connsiteX12" fmla="*/ 5628727 w 9983670"/>
              <a:gd name="connsiteY12" fmla="*/ 1709369 h 3414834"/>
              <a:gd name="connsiteX13" fmla="*/ 6766463 w 9983670"/>
              <a:gd name="connsiteY13" fmla="*/ 3414834 h 3414834"/>
              <a:gd name="connsiteX14" fmla="*/ 5695933 w 9983670"/>
              <a:gd name="connsiteY14" fmla="*/ 3414834 h 3414834"/>
              <a:gd name="connsiteX15" fmla="*/ 5066613 w 9983670"/>
              <a:gd name="connsiteY15" fmla="*/ 2417060 h 3414834"/>
              <a:gd name="connsiteX16" fmla="*/ 4432628 w 9983670"/>
              <a:gd name="connsiteY16" fmla="*/ 3414834 h 3414834"/>
              <a:gd name="connsiteX17" fmla="*/ 3386190 w 9983670"/>
              <a:gd name="connsiteY17" fmla="*/ 3414834 h 3414834"/>
              <a:gd name="connsiteX18" fmla="*/ 4523728 w 9983670"/>
              <a:gd name="connsiteY18" fmla="*/ 1723822 h 3414834"/>
              <a:gd name="connsiteX19" fmla="*/ 8413777 w 9983670"/>
              <a:gd name="connsiteY19" fmla="*/ 0 h 3414834"/>
              <a:gd name="connsiteX20" fmla="*/ 9975078 w 9983670"/>
              <a:gd name="connsiteY20" fmla="*/ 909916 h 3414834"/>
              <a:gd name="connsiteX21" fmla="*/ 9983670 w 9983670"/>
              <a:gd name="connsiteY21" fmla="*/ 928108 h 3414834"/>
              <a:gd name="connsiteX22" fmla="*/ 9983670 w 9983670"/>
              <a:gd name="connsiteY22" fmla="*/ 2565213 h 3414834"/>
              <a:gd name="connsiteX23" fmla="*/ 9972896 w 9983670"/>
              <a:gd name="connsiteY23" fmla="*/ 2587909 h 3414834"/>
              <a:gd name="connsiteX24" fmla="*/ 9018246 w 9983670"/>
              <a:gd name="connsiteY24" fmla="*/ 3402495 h 3414834"/>
              <a:gd name="connsiteX25" fmla="*/ 8978812 w 9983670"/>
              <a:gd name="connsiteY25" fmla="*/ 3414834 h 3414834"/>
              <a:gd name="connsiteX26" fmla="*/ 7829262 w 9983670"/>
              <a:gd name="connsiteY26" fmla="*/ 3414834 h 3414834"/>
              <a:gd name="connsiteX27" fmla="*/ 7700041 w 9983670"/>
              <a:gd name="connsiteY27" fmla="*/ 3368954 h 3414834"/>
              <a:gd name="connsiteX28" fmla="*/ 6637578 w 9983670"/>
              <a:gd name="connsiteY28" fmla="*/ 1762207 h 3414834"/>
              <a:gd name="connsiteX29" fmla="*/ 6637578 w 9983670"/>
              <a:gd name="connsiteY29" fmla="*/ 1752603 h 3414834"/>
              <a:gd name="connsiteX30" fmla="*/ 8413777 w 9983670"/>
              <a:gd name="connsiteY30" fmla="*/ 0 h 3414834"/>
              <a:gd name="connsiteX31" fmla="*/ 1806529 w 9983670"/>
              <a:gd name="connsiteY31" fmla="*/ 0 h 3414834"/>
              <a:gd name="connsiteX32" fmla="*/ 2890301 w 9983670"/>
              <a:gd name="connsiteY32" fmla="*/ 279979 h 3414834"/>
              <a:gd name="connsiteX33" fmla="*/ 2402490 w 9983670"/>
              <a:gd name="connsiteY33" fmla="*/ 991285 h 3414834"/>
              <a:gd name="connsiteX34" fmla="*/ 1811319 w 9983670"/>
              <a:gd name="connsiteY34" fmla="*/ 832959 h 3414834"/>
              <a:gd name="connsiteX35" fmla="*/ 951301 w 9983670"/>
              <a:gd name="connsiteY35" fmla="*/ 1752603 h 3414834"/>
              <a:gd name="connsiteX36" fmla="*/ 951301 w 9983670"/>
              <a:gd name="connsiteY36" fmla="*/ 1762298 h 3414834"/>
              <a:gd name="connsiteX37" fmla="*/ 1864200 w 9983670"/>
              <a:gd name="connsiteY37" fmla="*/ 2701140 h 3414834"/>
              <a:gd name="connsiteX38" fmla="*/ 2402260 w 9983670"/>
              <a:gd name="connsiteY38" fmla="*/ 2561570 h 3414834"/>
              <a:gd name="connsiteX39" fmla="*/ 2402260 w 9983670"/>
              <a:gd name="connsiteY39" fmla="*/ 2152230 h 3414834"/>
              <a:gd name="connsiteX40" fmla="*/ 1606765 w 9983670"/>
              <a:gd name="connsiteY40" fmla="*/ 2152230 h 3414834"/>
              <a:gd name="connsiteX41" fmla="*/ 2075302 w 9983670"/>
              <a:gd name="connsiteY41" fmla="*/ 1468549 h 3414834"/>
              <a:gd name="connsiteX42" fmla="*/ 3286312 w 9983670"/>
              <a:gd name="connsiteY42" fmla="*/ 1468549 h 3414834"/>
              <a:gd name="connsiteX43" fmla="*/ 3286312 w 9983670"/>
              <a:gd name="connsiteY43" fmla="*/ 2980385 h 3414834"/>
              <a:gd name="connsiteX44" fmla="*/ 2653278 w 9983670"/>
              <a:gd name="connsiteY44" fmla="*/ 3354760 h 3414834"/>
              <a:gd name="connsiteX45" fmla="*/ 2473442 w 9983670"/>
              <a:gd name="connsiteY45" fmla="*/ 3414834 h 3414834"/>
              <a:gd name="connsiteX46" fmla="*/ 1216206 w 9983670"/>
              <a:gd name="connsiteY46" fmla="*/ 3414834 h 3414834"/>
              <a:gd name="connsiteX47" fmla="*/ 1098558 w 9983670"/>
              <a:gd name="connsiteY47" fmla="*/ 3376420 h 3414834"/>
              <a:gd name="connsiteX48" fmla="*/ 0 w 9983670"/>
              <a:gd name="connsiteY48" fmla="*/ 1762298 h 3414834"/>
              <a:gd name="connsiteX49" fmla="*/ 0 w 9983670"/>
              <a:gd name="connsiteY49" fmla="*/ 1752603 h 3414834"/>
              <a:gd name="connsiteX50" fmla="*/ 1806529 w 9983670"/>
              <a:gd name="connsiteY50" fmla="*/ 0 h 341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83670" h="3414834">
                <a:moveTo>
                  <a:pt x="8404215" y="842683"/>
                </a:moveTo>
                <a:cubicBezTo>
                  <a:pt x="7901487" y="842683"/>
                  <a:pt x="7567866" y="1256675"/>
                  <a:pt x="7567866" y="1742997"/>
                </a:cubicBezTo>
                <a:lnTo>
                  <a:pt x="7567866" y="1752603"/>
                </a:lnTo>
                <a:cubicBezTo>
                  <a:pt x="7567866" y="2238919"/>
                  <a:pt x="7910854" y="2662515"/>
                  <a:pt x="8413777" y="2662515"/>
                </a:cubicBezTo>
                <a:cubicBezTo>
                  <a:pt x="8911734" y="2662515"/>
                  <a:pt x="9245354" y="2248535"/>
                  <a:pt x="9245354" y="1762207"/>
                </a:cubicBezTo>
                <a:lnTo>
                  <a:pt x="9245354" y="1752603"/>
                </a:lnTo>
                <a:cubicBezTo>
                  <a:pt x="9245354" y="1261575"/>
                  <a:pt x="8907139" y="842683"/>
                  <a:pt x="8404215" y="842683"/>
                </a:cubicBezTo>
                <a:close/>
                <a:moveTo>
                  <a:pt x="3418817" y="67627"/>
                </a:moveTo>
                <a:lnTo>
                  <a:pt x="4490094" y="67627"/>
                </a:lnTo>
                <a:lnTo>
                  <a:pt x="5081053" y="1016044"/>
                </a:lnTo>
                <a:lnTo>
                  <a:pt x="5686345" y="67627"/>
                </a:lnTo>
                <a:lnTo>
                  <a:pt x="6733709" y="67627"/>
                </a:lnTo>
                <a:lnTo>
                  <a:pt x="5628727" y="1709369"/>
                </a:lnTo>
                <a:lnTo>
                  <a:pt x="6766463" y="3414834"/>
                </a:lnTo>
                <a:lnTo>
                  <a:pt x="5695933" y="3414834"/>
                </a:lnTo>
                <a:lnTo>
                  <a:pt x="5066613" y="2417060"/>
                </a:lnTo>
                <a:lnTo>
                  <a:pt x="4432628" y="3414834"/>
                </a:lnTo>
                <a:lnTo>
                  <a:pt x="3386190" y="3414834"/>
                </a:lnTo>
                <a:lnTo>
                  <a:pt x="4523728" y="1723822"/>
                </a:lnTo>
                <a:close/>
                <a:moveTo>
                  <a:pt x="8413777" y="0"/>
                </a:moveTo>
                <a:cubicBezTo>
                  <a:pt x="9111481" y="0"/>
                  <a:pt x="9684854" y="366429"/>
                  <a:pt x="9975078" y="909916"/>
                </a:cubicBezTo>
                <a:lnTo>
                  <a:pt x="9983670" y="928108"/>
                </a:lnTo>
                <a:lnTo>
                  <a:pt x="9983670" y="2565213"/>
                </a:lnTo>
                <a:lnTo>
                  <a:pt x="9972896" y="2587909"/>
                </a:lnTo>
                <a:cubicBezTo>
                  <a:pt x="9771453" y="2963508"/>
                  <a:pt x="9435379" y="3256226"/>
                  <a:pt x="9018246" y="3402495"/>
                </a:cubicBezTo>
                <a:lnTo>
                  <a:pt x="8978812" y="3414834"/>
                </a:lnTo>
                <a:lnTo>
                  <a:pt x="7829262" y="3414834"/>
                </a:lnTo>
                <a:lnTo>
                  <a:pt x="7700041" y="3368954"/>
                </a:lnTo>
                <a:cubicBezTo>
                  <a:pt x="7060463" y="3105551"/>
                  <a:pt x="6637578" y="2488017"/>
                  <a:pt x="6637578" y="1762207"/>
                </a:cubicBezTo>
                <a:lnTo>
                  <a:pt x="6637578" y="1752603"/>
                </a:lnTo>
                <a:cubicBezTo>
                  <a:pt x="6637578" y="784858"/>
                  <a:pt x="7398758" y="0"/>
                  <a:pt x="8413777" y="0"/>
                </a:cubicBezTo>
                <a:close/>
                <a:moveTo>
                  <a:pt x="1806529" y="0"/>
                </a:moveTo>
                <a:cubicBezTo>
                  <a:pt x="2249430" y="0"/>
                  <a:pt x="2595193" y="100099"/>
                  <a:pt x="2890301" y="279979"/>
                </a:cubicBezTo>
                <a:lnTo>
                  <a:pt x="2402490" y="991285"/>
                </a:lnTo>
                <a:cubicBezTo>
                  <a:pt x="2230554" y="889065"/>
                  <a:pt x="2045380" y="832959"/>
                  <a:pt x="1811319" y="832959"/>
                </a:cubicBezTo>
                <a:cubicBezTo>
                  <a:pt x="1326038" y="832959"/>
                  <a:pt x="951301" y="1237488"/>
                  <a:pt x="951301" y="1752603"/>
                </a:cubicBezTo>
                <a:lnTo>
                  <a:pt x="951301" y="1762298"/>
                </a:lnTo>
                <a:cubicBezTo>
                  <a:pt x="951301" y="2311103"/>
                  <a:pt x="1330828" y="2701140"/>
                  <a:pt x="1864200" y="2701140"/>
                </a:cubicBezTo>
                <a:cubicBezTo>
                  <a:pt x="2094762" y="2701140"/>
                  <a:pt x="2267758" y="2653040"/>
                  <a:pt x="2402260" y="2561570"/>
                </a:cubicBezTo>
                <a:lnTo>
                  <a:pt x="2402260" y="2152230"/>
                </a:lnTo>
                <a:lnTo>
                  <a:pt x="1606765" y="2152230"/>
                </a:lnTo>
                <a:lnTo>
                  <a:pt x="2075302" y="1468549"/>
                </a:lnTo>
                <a:lnTo>
                  <a:pt x="3286312" y="1468549"/>
                </a:lnTo>
                <a:lnTo>
                  <a:pt x="3286312" y="2980385"/>
                </a:lnTo>
                <a:cubicBezTo>
                  <a:pt x="3108526" y="3129668"/>
                  <a:pt x="2897115" y="3260874"/>
                  <a:pt x="2653278" y="3354760"/>
                </a:cubicBezTo>
                <a:lnTo>
                  <a:pt x="2473442" y="3414834"/>
                </a:lnTo>
                <a:lnTo>
                  <a:pt x="1216206" y="3414834"/>
                </a:lnTo>
                <a:lnTo>
                  <a:pt x="1098558" y="3376420"/>
                </a:lnTo>
                <a:cubicBezTo>
                  <a:pt x="437795" y="3125460"/>
                  <a:pt x="0" y="2527847"/>
                  <a:pt x="0" y="1762298"/>
                </a:cubicBezTo>
                <a:lnTo>
                  <a:pt x="0" y="1752603"/>
                </a:lnTo>
                <a:cubicBezTo>
                  <a:pt x="0" y="770370"/>
                  <a:pt x="768724" y="0"/>
                  <a:pt x="1806529" y="0"/>
                </a:cubicBezTo>
                <a:close/>
              </a:path>
            </a:pathLst>
          </a:custGeom>
          <a:solidFill>
            <a:srgbClr val="E52900"/>
          </a:solidFill>
          <a:ln w="17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Montserrat" pitchFamily="2" charset="7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8225642" cy="2097141"/>
          </a:xfrm>
        </p:spPr>
        <p:txBody>
          <a:bodyPr anchor="t"/>
          <a:lstStyle>
            <a:lvl1pPr algn="l">
              <a:lnSpc>
                <a:spcPct val="95000"/>
              </a:lnSpc>
              <a:defRPr sz="34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9B5A19E-08FB-2A42-9540-FEEB8A1B677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751E6-908B-264E-84BF-876D5EF6F80A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24D48-BD85-D142-9A47-2357C4A7C3B0}"/>
              </a:ext>
            </a:extLst>
          </p:cNvPr>
          <p:cNvSpPr txBox="1"/>
          <p:nvPr userDrawn="1"/>
        </p:nvSpPr>
        <p:spPr>
          <a:xfrm>
            <a:off x="609600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816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Gray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9E834348-9176-6146-87E1-2637BBD199BB}"/>
              </a:ext>
            </a:extLst>
          </p:cNvPr>
          <p:cNvSpPr/>
          <p:nvPr/>
        </p:nvSpPr>
        <p:spPr>
          <a:xfrm>
            <a:off x="2208330" y="3443166"/>
            <a:ext cx="9983670" cy="3414834"/>
          </a:xfrm>
          <a:custGeom>
            <a:avLst/>
            <a:gdLst>
              <a:gd name="connsiteX0" fmla="*/ 8404215 w 9983670"/>
              <a:gd name="connsiteY0" fmla="*/ 842683 h 3414834"/>
              <a:gd name="connsiteX1" fmla="*/ 7567866 w 9983670"/>
              <a:gd name="connsiteY1" fmla="*/ 1742997 h 3414834"/>
              <a:gd name="connsiteX2" fmla="*/ 7567866 w 9983670"/>
              <a:gd name="connsiteY2" fmla="*/ 1752603 h 3414834"/>
              <a:gd name="connsiteX3" fmla="*/ 8413777 w 9983670"/>
              <a:gd name="connsiteY3" fmla="*/ 2662515 h 3414834"/>
              <a:gd name="connsiteX4" fmla="*/ 9245354 w 9983670"/>
              <a:gd name="connsiteY4" fmla="*/ 1762207 h 3414834"/>
              <a:gd name="connsiteX5" fmla="*/ 9245354 w 9983670"/>
              <a:gd name="connsiteY5" fmla="*/ 1752603 h 3414834"/>
              <a:gd name="connsiteX6" fmla="*/ 8404215 w 9983670"/>
              <a:gd name="connsiteY6" fmla="*/ 842683 h 3414834"/>
              <a:gd name="connsiteX7" fmla="*/ 3418817 w 9983670"/>
              <a:gd name="connsiteY7" fmla="*/ 67627 h 3414834"/>
              <a:gd name="connsiteX8" fmla="*/ 4490094 w 9983670"/>
              <a:gd name="connsiteY8" fmla="*/ 67627 h 3414834"/>
              <a:gd name="connsiteX9" fmla="*/ 5081053 w 9983670"/>
              <a:gd name="connsiteY9" fmla="*/ 1016044 h 3414834"/>
              <a:gd name="connsiteX10" fmla="*/ 5686345 w 9983670"/>
              <a:gd name="connsiteY10" fmla="*/ 67627 h 3414834"/>
              <a:gd name="connsiteX11" fmla="*/ 6733709 w 9983670"/>
              <a:gd name="connsiteY11" fmla="*/ 67627 h 3414834"/>
              <a:gd name="connsiteX12" fmla="*/ 5628727 w 9983670"/>
              <a:gd name="connsiteY12" fmla="*/ 1709369 h 3414834"/>
              <a:gd name="connsiteX13" fmla="*/ 6766463 w 9983670"/>
              <a:gd name="connsiteY13" fmla="*/ 3414834 h 3414834"/>
              <a:gd name="connsiteX14" fmla="*/ 5695933 w 9983670"/>
              <a:gd name="connsiteY14" fmla="*/ 3414834 h 3414834"/>
              <a:gd name="connsiteX15" fmla="*/ 5066613 w 9983670"/>
              <a:gd name="connsiteY15" fmla="*/ 2417060 h 3414834"/>
              <a:gd name="connsiteX16" fmla="*/ 4432628 w 9983670"/>
              <a:gd name="connsiteY16" fmla="*/ 3414834 h 3414834"/>
              <a:gd name="connsiteX17" fmla="*/ 3386190 w 9983670"/>
              <a:gd name="connsiteY17" fmla="*/ 3414834 h 3414834"/>
              <a:gd name="connsiteX18" fmla="*/ 4523728 w 9983670"/>
              <a:gd name="connsiteY18" fmla="*/ 1723822 h 3414834"/>
              <a:gd name="connsiteX19" fmla="*/ 8413777 w 9983670"/>
              <a:gd name="connsiteY19" fmla="*/ 0 h 3414834"/>
              <a:gd name="connsiteX20" fmla="*/ 9975078 w 9983670"/>
              <a:gd name="connsiteY20" fmla="*/ 909916 h 3414834"/>
              <a:gd name="connsiteX21" fmla="*/ 9983670 w 9983670"/>
              <a:gd name="connsiteY21" fmla="*/ 928108 h 3414834"/>
              <a:gd name="connsiteX22" fmla="*/ 9983670 w 9983670"/>
              <a:gd name="connsiteY22" fmla="*/ 2565213 h 3414834"/>
              <a:gd name="connsiteX23" fmla="*/ 9972896 w 9983670"/>
              <a:gd name="connsiteY23" fmla="*/ 2587909 h 3414834"/>
              <a:gd name="connsiteX24" fmla="*/ 9018246 w 9983670"/>
              <a:gd name="connsiteY24" fmla="*/ 3402495 h 3414834"/>
              <a:gd name="connsiteX25" fmla="*/ 8978812 w 9983670"/>
              <a:gd name="connsiteY25" fmla="*/ 3414834 h 3414834"/>
              <a:gd name="connsiteX26" fmla="*/ 7829262 w 9983670"/>
              <a:gd name="connsiteY26" fmla="*/ 3414834 h 3414834"/>
              <a:gd name="connsiteX27" fmla="*/ 7700041 w 9983670"/>
              <a:gd name="connsiteY27" fmla="*/ 3368954 h 3414834"/>
              <a:gd name="connsiteX28" fmla="*/ 6637578 w 9983670"/>
              <a:gd name="connsiteY28" fmla="*/ 1762207 h 3414834"/>
              <a:gd name="connsiteX29" fmla="*/ 6637578 w 9983670"/>
              <a:gd name="connsiteY29" fmla="*/ 1752603 h 3414834"/>
              <a:gd name="connsiteX30" fmla="*/ 8413777 w 9983670"/>
              <a:gd name="connsiteY30" fmla="*/ 0 h 3414834"/>
              <a:gd name="connsiteX31" fmla="*/ 1806529 w 9983670"/>
              <a:gd name="connsiteY31" fmla="*/ 0 h 3414834"/>
              <a:gd name="connsiteX32" fmla="*/ 2890301 w 9983670"/>
              <a:gd name="connsiteY32" fmla="*/ 279979 h 3414834"/>
              <a:gd name="connsiteX33" fmla="*/ 2402490 w 9983670"/>
              <a:gd name="connsiteY33" fmla="*/ 991285 h 3414834"/>
              <a:gd name="connsiteX34" fmla="*/ 1811319 w 9983670"/>
              <a:gd name="connsiteY34" fmla="*/ 832959 h 3414834"/>
              <a:gd name="connsiteX35" fmla="*/ 951301 w 9983670"/>
              <a:gd name="connsiteY35" fmla="*/ 1752603 h 3414834"/>
              <a:gd name="connsiteX36" fmla="*/ 951301 w 9983670"/>
              <a:gd name="connsiteY36" fmla="*/ 1762298 h 3414834"/>
              <a:gd name="connsiteX37" fmla="*/ 1864200 w 9983670"/>
              <a:gd name="connsiteY37" fmla="*/ 2701140 h 3414834"/>
              <a:gd name="connsiteX38" fmla="*/ 2402260 w 9983670"/>
              <a:gd name="connsiteY38" fmla="*/ 2561570 h 3414834"/>
              <a:gd name="connsiteX39" fmla="*/ 2402260 w 9983670"/>
              <a:gd name="connsiteY39" fmla="*/ 2152230 h 3414834"/>
              <a:gd name="connsiteX40" fmla="*/ 1606765 w 9983670"/>
              <a:gd name="connsiteY40" fmla="*/ 2152230 h 3414834"/>
              <a:gd name="connsiteX41" fmla="*/ 2075302 w 9983670"/>
              <a:gd name="connsiteY41" fmla="*/ 1468549 h 3414834"/>
              <a:gd name="connsiteX42" fmla="*/ 3286312 w 9983670"/>
              <a:gd name="connsiteY42" fmla="*/ 1468549 h 3414834"/>
              <a:gd name="connsiteX43" fmla="*/ 3286312 w 9983670"/>
              <a:gd name="connsiteY43" fmla="*/ 2980385 h 3414834"/>
              <a:gd name="connsiteX44" fmla="*/ 2653278 w 9983670"/>
              <a:gd name="connsiteY44" fmla="*/ 3354760 h 3414834"/>
              <a:gd name="connsiteX45" fmla="*/ 2473442 w 9983670"/>
              <a:gd name="connsiteY45" fmla="*/ 3414834 h 3414834"/>
              <a:gd name="connsiteX46" fmla="*/ 1216206 w 9983670"/>
              <a:gd name="connsiteY46" fmla="*/ 3414834 h 3414834"/>
              <a:gd name="connsiteX47" fmla="*/ 1098558 w 9983670"/>
              <a:gd name="connsiteY47" fmla="*/ 3376420 h 3414834"/>
              <a:gd name="connsiteX48" fmla="*/ 0 w 9983670"/>
              <a:gd name="connsiteY48" fmla="*/ 1762298 h 3414834"/>
              <a:gd name="connsiteX49" fmla="*/ 0 w 9983670"/>
              <a:gd name="connsiteY49" fmla="*/ 1752603 h 3414834"/>
              <a:gd name="connsiteX50" fmla="*/ 1806529 w 9983670"/>
              <a:gd name="connsiteY50" fmla="*/ 0 h 341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83670" h="3414834">
                <a:moveTo>
                  <a:pt x="8404215" y="842683"/>
                </a:moveTo>
                <a:cubicBezTo>
                  <a:pt x="7901487" y="842683"/>
                  <a:pt x="7567866" y="1256675"/>
                  <a:pt x="7567866" y="1742997"/>
                </a:cubicBezTo>
                <a:lnTo>
                  <a:pt x="7567866" y="1752603"/>
                </a:lnTo>
                <a:cubicBezTo>
                  <a:pt x="7567866" y="2238919"/>
                  <a:pt x="7910854" y="2662515"/>
                  <a:pt x="8413777" y="2662515"/>
                </a:cubicBezTo>
                <a:cubicBezTo>
                  <a:pt x="8911734" y="2662515"/>
                  <a:pt x="9245354" y="2248535"/>
                  <a:pt x="9245354" y="1762207"/>
                </a:cubicBezTo>
                <a:lnTo>
                  <a:pt x="9245354" y="1752603"/>
                </a:lnTo>
                <a:cubicBezTo>
                  <a:pt x="9245354" y="1261575"/>
                  <a:pt x="8907139" y="842683"/>
                  <a:pt x="8404215" y="842683"/>
                </a:cubicBezTo>
                <a:close/>
                <a:moveTo>
                  <a:pt x="3418817" y="67627"/>
                </a:moveTo>
                <a:lnTo>
                  <a:pt x="4490094" y="67627"/>
                </a:lnTo>
                <a:lnTo>
                  <a:pt x="5081053" y="1016044"/>
                </a:lnTo>
                <a:lnTo>
                  <a:pt x="5686345" y="67627"/>
                </a:lnTo>
                <a:lnTo>
                  <a:pt x="6733709" y="67627"/>
                </a:lnTo>
                <a:lnTo>
                  <a:pt x="5628727" y="1709369"/>
                </a:lnTo>
                <a:lnTo>
                  <a:pt x="6766463" y="3414834"/>
                </a:lnTo>
                <a:lnTo>
                  <a:pt x="5695933" y="3414834"/>
                </a:lnTo>
                <a:lnTo>
                  <a:pt x="5066613" y="2417060"/>
                </a:lnTo>
                <a:lnTo>
                  <a:pt x="4432628" y="3414834"/>
                </a:lnTo>
                <a:lnTo>
                  <a:pt x="3386190" y="3414834"/>
                </a:lnTo>
                <a:lnTo>
                  <a:pt x="4523728" y="1723822"/>
                </a:lnTo>
                <a:close/>
                <a:moveTo>
                  <a:pt x="8413777" y="0"/>
                </a:moveTo>
                <a:cubicBezTo>
                  <a:pt x="9111481" y="0"/>
                  <a:pt x="9684854" y="366429"/>
                  <a:pt x="9975078" y="909916"/>
                </a:cubicBezTo>
                <a:lnTo>
                  <a:pt x="9983670" y="928108"/>
                </a:lnTo>
                <a:lnTo>
                  <a:pt x="9983670" y="2565213"/>
                </a:lnTo>
                <a:lnTo>
                  <a:pt x="9972896" y="2587909"/>
                </a:lnTo>
                <a:cubicBezTo>
                  <a:pt x="9771453" y="2963508"/>
                  <a:pt x="9435379" y="3256226"/>
                  <a:pt x="9018246" y="3402495"/>
                </a:cubicBezTo>
                <a:lnTo>
                  <a:pt x="8978812" y="3414834"/>
                </a:lnTo>
                <a:lnTo>
                  <a:pt x="7829262" y="3414834"/>
                </a:lnTo>
                <a:lnTo>
                  <a:pt x="7700041" y="3368954"/>
                </a:lnTo>
                <a:cubicBezTo>
                  <a:pt x="7060463" y="3105551"/>
                  <a:pt x="6637578" y="2488017"/>
                  <a:pt x="6637578" y="1762207"/>
                </a:cubicBezTo>
                <a:lnTo>
                  <a:pt x="6637578" y="1752603"/>
                </a:lnTo>
                <a:cubicBezTo>
                  <a:pt x="6637578" y="784858"/>
                  <a:pt x="7398758" y="0"/>
                  <a:pt x="8413777" y="0"/>
                </a:cubicBezTo>
                <a:close/>
                <a:moveTo>
                  <a:pt x="1806529" y="0"/>
                </a:moveTo>
                <a:cubicBezTo>
                  <a:pt x="2249430" y="0"/>
                  <a:pt x="2595193" y="100099"/>
                  <a:pt x="2890301" y="279979"/>
                </a:cubicBezTo>
                <a:lnTo>
                  <a:pt x="2402490" y="991285"/>
                </a:lnTo>
                <a:cubicBezTo>
                  <a:pt x="2230554" y="889065"/>
                  <a:pt x="2045380" y="832959"/>
                  <a:pt x="1811319" y="832959"/>
                </a:cubicBezTo>
                <a:cubicBezTo>
                  <a:pt x="1326038" y="832959"/>
                  <a:pt x="951301" y="1237488"/>
                  <a:pt x="951301" y="1752603"/>
                </a:cubicBezTo>
                <a:lnTo>
                  <a:pt x="951301" y="1762298"/>
                </a:lnTo>
                <a:cubicBezTo>
                  <a:pt x="951301" y="2311103"/>
                  <a:pt x="1330828" y="2701140"/>
                  <a:pt x="1864200" y="2701140"/>
                </a:cubicBezTo>
                <a:cubicBezTo>
                  <a:pt x="2094762" y="2701140"/>
                  <a:pt x="2267758" y="2653040"/>
                  <a:pt x="2402260" y="2561570"/>
                </a:cubicBezTo>
                <a:lnTo>
                  <a:pt x="2402260" y="2152230"/>
                </a:lnTo>
                <a:lnTo>
                  <a:pt x="1606765" y="2152230"/>
                </a:lnTo>
                <a:lnTo>
                  <a:pt x="2075302" y="1468549"/>
                </a:lnTo>
                <a:lnTo>
                  <a:pt x="3286312" y="1468549"/>
                </a:lnTo>
                <a:lnTo>
                  <a:pt x="3286312" y="2980385"/>
                </a:lnTo>
                <a:cubicBezTo>
                  <a:pt x="3108526" y="3129668"/>
                  <a:pt x="2897115" y="3260874"/>
                  <a:pt x="2653278" y="3354760"/>
                </a:cubicBezTo>
                <a:lnTo>
                  <a:pt x="2473442" y="3414834"/>
                </a:lnTo>
                <a:lnTo>
                  <a:pt x="1216206" y="3414834"/>
                </a:lnTo>
                <a:lnTo>
                  <a:pt x="1098558" y="3376420"/>
                </a:lnTo>
                <a:cubicBezTo>
                  <a:pt x="437795" y="3125460"/>
                  <a:pt x="0" y="2527847"/>
                  <a:pt x="0" y="1762298"/>
                </a:cubicBezTo>
                <a:lnTo>
                  <a:pt x="0" y="1752603"/>
                </a:lnTo>
                <a:cubicBezTo>
                  <a:pt x="0" y="770370"/>
                  <a:pt x="768724" y="0"/>
                  <a:pt x="1806529" y="0"/>
                </a:cubicBezTo>
                <a:close/>
              </a:path>
            </a:pathLst>
          </a:custGeom>
          <a:solidFill>
            <a:srgbClr val="E0E0E0"/>
          </a:solidFill>
          <a:ln w="17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Montserrat" pitchFamily="2" charset="77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9B5A19E-08FB-2A42-9540-FEEB8A1B677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9576"/>
            <a:ext cx="8225642" cy="2097141"/>
          </a:xfrm>
        </p:spPr>
        <p:txBody>
          <a:bodyPr anchor="t"/>
          <a:lstStyle>
            <a:lvl1pPr algn="l">
              <a:lnSpc>
                <a:spcPct val="95000"/>
              </a:lnSpc>
              <a:defRPr sz="34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B367F-0378-B84D-9793-01F5832B3464}"/>
              </a:ext>
            </a:extLst>
          </p:cNvPr>
          <p:cNvSpPr txBox="1"/>
          <p:nvPr userDrawn="1"/>
        </p:nvSpPr>
        <p:spPr>
          <a:xfrm>
            <a:off x="11582400" y="643004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tx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727F1-779B-DF4A-AFEC-EBCB32BB95B3}"/>
              </a:ext>
            </a:extLst>
          </p:cNvPr>
          <p:cNvSpPr txBox="1"/>
          <p:nvPr userDrawn="1"/>
        </p:nvSpPr>
        <p:spPr>
          <a:xfrm>
            <a:off x="609600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1960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/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883B2A-116F-B149-A066-C13766E880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554480"/>
            <a:ext cx="5346700" cy="4563745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Add topic, tab to add page#/time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13358"/>
            <a:ext cx="5346700" cy="1004279"/>
          </a:xfrm>
        </p:spPr>
        <p:txBody>
          <a:bodyPr/>
          <a:lstStyle/>
          <a:p>
            <a:r>
              <a:rPr lang="en-US" dirty="0"/>
              <a:t>Click to add Agenda/Contents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3FDF8B5-D0C1-264B-9227-C9494439769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5513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4480"/>
            <a:ext cx="5349875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2524" y="1554480"/>
            <a:ext cx="5349875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3FDF8B5-D0C1-264B-9227-C9494439769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90430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6">
          <p15:clr>
            <a:srgbClr val="FBAE40"/>
          </p15:clr>
        </p15:guide>
        <p15:guide id="2" pos="375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554480"/>
            <a:ext cx="3474720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9898" y="1554480"/>
            <a:ext cx="3473462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7D2BD82-E072-3445-B877-5ACAB91216C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08937" y="1554480"/>
            <a:ext cx="3473462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2BDB22-F5EE-0F4F-87E5-BDE189A21D63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11897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74">
          <p15:clr>
            <a:srgbClr val="FBAE40"/>
          </p15:clr>
        </p15:guide>
        <p15:guide id="4" pos="2744">
          <p15:clr>
            <a:srgbClr val="FBAE40"/>
          </p15:clr>
        </p15:guide>
        <p15:guide id="5" pos="4936">
          <p15:clr>
            <a:srgbClr val="FBAE40"/>
          </p15:clr>
        </p15:guide>
        <p15:guide id="6" pos="51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554480"/>
            <a:ext cx="2537460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1381" y="1554480"/>
            <a:ext cx="2534920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7D2BD82-E072-3445-B877-5ACAB91216C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38837" y="1554480"/>
            <a:ext cx="2534920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CE18704-63FC-6F49-A54A-6AAF7A657DA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47479" y="1554480"/>
            <a:ext cx="2534920" cy="456374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2BDB22-F5EE-0F4F-87E5-BDE189A21D63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232524" y="6333563"/>
            <a:ext cx="5121275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7853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6">
          <p15:clr>
            <a:srgbClr val="FBAE40"/>
          </p15:clr>
        </p15:guide>
        <p15:guide id="2" pos="3752">
          <p15:clr>
            <a:srgbClr val="FBAE40"/>
          </p15:clr>
        </p15:guide>
        <p15:guide id="3" pos="1981">
          <p15:clr>
            <a:srgbClr val="FBAE40"/>
          </p15:clr>
        </p15:guide>
        <p15:guide id="4" pos="2151">
          <p15:clr>
            <a:srgbClr val="FBAE40"/>
          </p15:clr>
        </p15:guide>
        <p15:guide id="5" pos="5526">
          <p15:clr>
            <a:srgbClr val="FBAE40"/>
          </p15:clr>
        </p15:guide>
        <p15:guide id="6" pos="569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85BF29AD-2532-EA43-AF1C-21ED5BCC48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62676" y="0"/>
            <a:ext cx="6029324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3358"/>
            <a:ext cx="4948238" cy="10042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5421FC-3A05-5E4A-BA62-D946E42A2B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465745"/>
            <a:ext cx="4948238" cy="1004279"/>
          </a:xfrm>
        </p:spPr>
        <p:txBody>
          <a:bodyPr/>
          <a:lstStyle>
            <a:lvl1pPr>
              <a:defRPr sz="2100" b="1"/>
            </a:lvl1pPr>
            <a:lvl2pPr marL="0" indent="0">
              <a:buNone/>
              <a:defRPr sz="2100" b="1"/>
            </a:lvl2pPr>
            <a:lvl3pPr>
              <a:defRPr sz="2100" b="1"/>
            </a:lvl3pPr>
            <a:lvl4pPr>
              <a:defRPr sz="2100" b="1"/>
            </a:lvl4pPr>
            <a:lvl5pPr>
              <a:defRPr sz="2100" b="1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4BDBCF-004B-4C48-8FE8-074B5304F6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2957513"/>
            <a:ext cx="4948238" cy="3160712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84EE2B-8036-144F-AA77-057FF658D20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895253" y="6333563"/>
            <a:ext cx="4458546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99CBF-1301-4D47-A03F-3A15CC488422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tx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0746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2">
          <p15:clr>
            <a:srgbClr val="FBAE40"/>
          </p15:clr>
        </p15:guide>
        <p15:guide id="2" pos="350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85BF29AD-2532-EA43-AF1C-21ED5BCC48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68493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5727" y="2004415"/>
            <a:ext cx="4686302" cy="738786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4BDBCF-004B-4C48-8FE8-074B5304F6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96100" y="2957513"/>
            <a:ext cx="4686300" cy="3160712"/>
          </a:xfr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9AFD898-784A-724A-8752-8F7C6C785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59BE77C-EE88-C646-B976-A8C8A8533E9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896100" y="6333563"/>
            <a:ext cx="4457699" cy="209458"/>
          </a:xfrm>
        </p:spPr>
        <p:txBody>
          <a:bodyPr anchor="b"/>
          <a:lstStyle>
            <a:lvl1pPr marL="0" indent="0" algn="l">
              <a:buNone/>
              <a:defRPr sz="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8FA42-2452-D446-A862-073E17DDDE7D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FAA207-9DAA-9F42-A6AC-67C0121AFBEA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92659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44">
          <p15:clr>
            <a:srgbClr val="FBAE40"/>
          </p15:clr>
        </p15:guide>
        <p15:guide id="2" pos="388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54480"/>
            <a:ext cx="5818095" cy="489473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chart 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7294" y="2043952"/>
            <a:ext cx="4545107" cy="4074272"/>
          </a:xfrm>
        </p:spPr>
        <p:txBody>
          <a:bodyPr/>
          <a:lstStyle>
            <a:lvl1pPr>
              <a:lnSpc>
                <a:spcPct val="120000"/>
              </a:lnSpc>
              <a:defRPr sz="1200"/>
            </a:lvl1pPr>
            <a:lvl2pPr>
              <a:lnSpc>
                <a:spcPct val="120000"/>
              </a:lnSpc>
              <a:defRPr sz="1200"/>
            </a:lvl2pPr>
            <a:lvl3pPr marL="228600" indent="0">
              <a:buNone/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DD111BC-6624-0F46-B32A-D3080C7573C5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" y="2043952"/>
            <a:ext cx="5818095" cy="4074271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90D71B-3A56-0B49-B3C2-B2AF521C1E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037294" y="1554480"/>
            <a:ext cx="4545107" cy="489473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subtitle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358F965-6DC8-3340-A345-918EB9FF052F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037294" y="6333563"/>
            <a:ext cx="4316505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51277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0285E7-45D1-C54D-AA43-BA5863D3632A}"/>
              </a:ext>
            </a:extLst>
          </p:cNvPr>
          <p:cNvSpPr/>
          <p:nvPr/>
        </p:nvSpPr>
        <p:spPr>
          <a:xfrm>
            <a:off x="8305800" y="0"/>
            <a:ext cx="3886200" cy="6858000"/>
          </a:xfrm>
          <a:prstGeom prst="rect">
            <a:avLst/>
          </a:prstGeom>
          <a:solidFill>
            <a:srgbClr val="E9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74732-F868-2F40-8E9C-CD979792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7458635" cy="10042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F4FB9D-2477-BE4F-9C7E-DD346DB9A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3791759"/>
            <a:ext cx="3659633" cy="2326466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F22D8C3-8BB6-454A-A5DF-5406658E4D8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609600" y="1673225"/>
            <a:ext cx="1755648" cy="1755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2CEF9D0-16AD-AC4A-B08D-CE877A5F50E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513584" y="1673225"/>
            <a:ext cx="1755648" cy="1755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B514826B-4BC2-2342-952F-C775E52FFCD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417568" y="1673225"/>
            <a:ext cx="1755648" cy="1755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BA58317-93B2-3341-B676-D7E5A1FBAF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321552" y="1673225"/>
            <a:ext cx="1755648" cy="1755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050"/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ACDDB78-1C40-6A40-80BE-38029FCC71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7568" y="3791759"/>
            <a:ext cx="3659633" cy="2326466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CF77A81-7AA2-E14C-A185-3566ECA8CD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86800" y="1631265"/>
            <a:ext cx="2895601" cy="4486960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562D386-2BB9-C84D-B951-D118BCCC75B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686800" y="6333563"/>
            <a:ext cx="2666999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1AC5BF-2785-C344-A341-90719461B784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tx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tx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89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88">
          <p15:clr>
            <a:srgbClr val="FBAE40"/>
          </p15:clr>
        </p15:guide>
        <p15:guide id="2" pos="5232">
          <p15:clr>
            <a:srgbClr val="FBAE40"/>
          </p15:clr>
        </p15:guide>
        <p15:guide id="5" pos="2780">
          <p15:clr>
            <a:srgbClr val="FBAE40"/>
          </p15:clr>
        </p15:guide>
        <p15:guide id="6" pos="269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25A4-CF11-C547-87ED-DB789E6B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515146"/>
            <a:ext cx="5035826" cy="1004279"/>
          </a:xfrm>
        </p:spPr>
        <p:txBody>
          <a:bodyPr/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C4BE8B6-ACBC-C644-BBB2-C04DBB08D4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01752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D9E2C5-6DB8-8345-8B6D-105D6AF1A8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94612" y="3585881"/>
            <a:ext cx="5387788" cy="2532343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53776C-22FE-EF4A-8BD0-FD56619BD386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194612" y="6333563"/>
            <a:ext cx="5159187" cy="209458"/>
          </a:xfrm>
        </p:spPr>
        <p:txBody>
          <a:bodyPr anchor="b"/>
          <a:lstStyle>
            <a:lvl1pPr marL="0" indent="0" algn="l">
              <a:buNone/>
              <a:defRPr sz="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89655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C4BE8B6-ACBC-C644-BBB2-C04DBB08D4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644339"/>
            <a:ext cx="12192000" cy="321366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D9E2C5-6DB8-8345-8B6D-105D6AF1A8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94612" y="1182756"/>
            <a:ext cx="5387788" cy="2151801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842B4-2982-A957-ECF2-8BF9D96FC6A8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bg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DD5509-86CF-7309-2A5B-ED4CA2A765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772" y="1176661"/>
            <a:ext cx="5380617" cy="2157897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9B0234-20BD-C55F-B83A-B8029733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9"/>
            <a:ext cx="7458635" cy="6128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6872D-FD94-1EA6-4513-711E7466B056}"/>
              </a:ext>
            </a:extLst>
          </p:cNvPr>
          <p:cNvSpPr txBox="1"/>
          <p:nvPr userDrawn="1"/>
        </p:nvSpPr>
        <p:spPr>
          <a:xfrm>
            <a:off x="616226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196573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Conten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1E9C2-7A9C-6E75-6E90-70740EBDF82F}"/>
              </a:ext>
            </a:extLst>
          </p:cNvPr>
          <p:cNvSpPr/>
          <p:nvPr userDrawn="1"/>
        </p:nvSpPr>
        <p:spPr>
          <a:xfrm>
            <a:off x="-1" y="0"/>
            <a:ext cx="7418231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E5875-C26A-B86E-3EBF-3C2A8740E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9"/>
            <a:ext cx="6350884" cy="73286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810946-D13E-5A82-B04B-DDD386DCB9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850" y="3605697"/>
            <a:ext cx="6350884" cy="1893888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4E8CC-3AA0-A392-607B-6DB2EE9C5A9B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latin typeface="Montserrat" pitchFamily="2" charset="77"/>
              </a:rPr>
              <a:pPr algn="r"/>
              <a:t>‹Nº›</a:t>
            </a:fld>
            <a:endParaRPr lang="en-US" sz="900" b="0" i="0" dirty="0">
              <a:latin typeface="Montserrat" pitchFamily="2" charset="7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22F4A85-0538-0B33-B6F6-A7596E9815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429876"/>
            <a:ext cx="3058040" cy="182242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5963C58-56A0-8F0D-5855-2CA3763B70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88694" y="1429876"/>
            <a:ext cx="3058040" cy="182242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2E50FEA8-81F7-4A14-B245-5BB228E115B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13663" y="733426"/>
            <a:ext cx="4122737" cy="4766160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9D503E-E064-620F-AFC5-EB505FABE9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C569BD-7372-F88E-8686-68DAD82737CE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69533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Conten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4732-F868-2F40-8E9C-CD979792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7458635" cy="59959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1AC5BF-2785-C344-A341-90719461B784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tx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5" name="Chart Placeholder 8">
            <a:extLst>
              <a:ext uri="{FF2B5EF4-FFF2-40B4-BE49-F238E27FC236}">
                <a16:creationId xmlns:a16="http://schemas.microsoft.com/office/drawing/2014/main" id="{10593BE6-6298-335D-8AD3-10997B6E94D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555285" y="1339405"/>
            <a:ext cx="5144394" cy="4327606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8FC8A12-BFDE-64AF-6C26-11622E4FC3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4350" y="1339405"/>
            <a:ext cx="2725182" cy="734401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200"/>
            </a:lvl1pPr>
            <a:lvl2pPr>
              <a:lnSpc>
                <a:spcPct val="10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38525A1D-615E-FCE0-7CB3-2310DE630F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94350" y="2550019"/>
            <a:ext cx="2725182" cy="734401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200"/>
            </a:lvl1pPr>
            <a:lvl2pPr>
              <a:lnSpc>
                <a:spcPct val="10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FA20CD1-87D3-ABE6-F99A-AB100DC535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94350" y="3709118"/>
            <a:ext cx="2725182" cy="734401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200"/>
            </a:lvl1pPr>
            <a:lvl2pPr>
              <a:lnSpc>
                <a:spcPct val="10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E938D08-C1C0-CB1D-D3D6-50FBEF1A3C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323" y="1838995"/>
            <a:ext cx="2637533" cy="1895881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400"/>
            </a:lvl1pPr>
            <a:lvl2pPr>
              <a:lnSpc>
                <a:spcPct val="100000"/>
              </a:lnSpc>
              <a:spcBef>
                <a:spcPts val="900"/>
              </a:spcBef>
              <a:defRPr sz="1400"/>
            </a:lvl2pPr>
          </a:lstStyle>
          <a:p>
            <a:pPr lvl="0"/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BF801CF-83A2-43B3-34DD-C2E91A40E2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1336719"/>
            <a:ext cx="2625257" cy="476516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4053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88">
          <p15:clr>
            <a:srgbClr val="FBAE40"/>
          </p15:clr>
        </p15:guide>
        <p15:guide id="2" pos="5232">
          <p15:clr>
            <a:srgbClr val="FBAE40"/>
          </p15:clr>
        </p15:guide>
        <p15:guide id="5" pos="2780">
          <p15:clr>
            <a:srgbClr val="FBAE40"/>
          </p15:clr>
        </p15:guide>
        <p15:guide id="6" pos="269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tional 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F388ED-9014-CFFC-7F1E-FA4860FBEFDC}"/>
              </a:ext>
            </a:extLst>
          </p:cNvPr>
          <p:cNvSpPr/>
          <p:nvPr userDrawn="1"/>
        </p:nvSpPr>
        <p:spPr>
          <a:xfrm>
            <a:off x="0" y="5605670"/>
            <a:ext cx="12192000" cy="125233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84655-2BE5-6150-D3CD-9B141963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9B20F6-CD30-80AE-072B-ED3B5A843248}"/>
              </a:ext>
            </a:extLst>
          </p:cNvPr>
          <p:cNvSpPr/>
          <p:nvPr userDrawn="1"/>
        </p:nvSpPr>
        <p:spPr>
          <a:xfrm>
            <a:off x="477078" y="6132443"/>
            <a:ext cx="3429000" cy="62616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3C445-09C7-E2A2-6FE4-B316CB3F1D71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latin typeface="Montserrat" pitchFamily="2" charset="77"/>
              </a:rPr>
              <a:pPr algn="r"/>
              <a:t>‹Nº›</a:t>
            </a:fld>
            <a:endParaRPr lang="en-US" sz="900" b="0" i="0" dirty="0">
              <a:latin typeface="Montserrat" pitchFamily="2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BF049-3820-8EDC-9395-042CB81BE878}"/>
              </a:ext>
            </a:extLst>
          </p:cNvPr>
          <p:cNvSpPr/>
          <p:nvPr userDrawn="1"/>
        </p:nvSpPr>
        <p:spPr>
          <a:xfrm>
            <a:off x="609601" y="2010207"/>
            <a:ext cx="3558862" cy="306401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5452E-DEFA-F4EB-2CEB-0F212DE891C5}"/>
              </a:ext>
            </a:extLst>
          </p:cNvPr>
          <p:cNvSpPr/>
          <p:nvPr userDrawn="1"/>
        </p:nvSpPr>
        <p:spPr>
          <a:xfrm>
            <a:off x="4383826" y="2010207"/>
            <a:ext cx="3558862" cy="306401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B99DE6-E6E8-B5A0-06B1-1BA3D2F194BE}"/>
              </a:ext>
            </a:extLst>
          </p:cNvPr>
          <p:cNvSpPr/>
          <p:nvPr userDrawn="1"/>
        </p:nvSpPr>
        <p:spPr>
          <a:xfrm>
            <a:off x="8158051" y="2010207"/>
            <a:ext cx="3558862" cy="3064015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688A45D-5648-B522-CE43-742676B60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038" y="2109076"/>
            <a:ext cx="3058040" cy="263034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D54084B-3706-5384-066B-421814C26A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8669" y="2109076"/>
            <a:ext cx="3058040" cy="263034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D13A0B-97E1-0FEF-6757-CBCF6DAA58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179" y="2109076"/>
            <a:ext cx="3058040" cy="263034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B2B1707-2C23-9EAE-CF92-4A502B48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358" y="1520231"/>
            <a:ext cx="3058040" cy="448504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D27AF73-5E04-7060-0C6F-1DD35DF69D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5989" y="1520231"/>
            <a:ext cx="3058040" cy="448504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30A6D11-01F1-D1D7-FC65-1B769E5750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9499" y="1520231"/>
            <a:ext cx="3058040" cy="448504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5152F80-4FA6-C34E-8584-CAFC1A1D63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D8E937-713A-2F46-60C5-381A1ECB696B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2307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0285E7-45D1-C54D-AA43-BA5863D3632A}"/>
              </a:ext>
            </a:extLst>
          </p:cNvPr>
          <p:cNvSpPr/>
          <p:nvPr/>
        </p:nvSpPr>
        <p:spPr>
          <a:xfrm>
            <a:off x="8305800" y="0"/>
            <a:ext cx="3886200" cy="6858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74732-F868-2F40-8E9C-CD979792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9"/>
            <a:ext cx="7458635" cy="6128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F4FB9D-2477-BE4F-9C7E-DD346DB9A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1813235"/>
            <a:ext cx="3659633" cy="3686350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ACDDB78-1C40-6A40-80BE-38029FCC71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7568" y="1813235"/>
            <a:ext cx="3659633" cy="3686350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CF77A81-7AA2-E14C-A185-3566ECA8CD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86800" y="1813235"/>
            <a:ext cx="2895601" cy="3686350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1AC5BF-2785-C344-A341-90719461B784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tx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8ED1826-D8A2-9EF8-E483-07621C5105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1336719"/>
            <a:ext cx="2625257" cy="476516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2D206C2-0E23-B312-FB2C-1B32DA2E5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17568" y="1336719"/>
            <a:ext cx="2625257" cy="476516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7EA481AC-9009-639A-CF82-D709D93B37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76639" y="1336719"/>
            <a:ext cx="2625257" cy="476516"/>
          </a:xfrm>
        </p:spPr>
        <p:txBody>
          <a:bodyPr/>
          <a:lstStyle>
            <a:lvl1pPr>
              <a:defRPr sz="1800" b="1">
                <a:solidFill>
                  <a:srgbClr val="1C1C1C"/>
                </a:solidFill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823367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88">
          <p15:clr>
            <a:srgbClr val="FBAE40"/>
          </p15:clr>
        </p15:guide>
        <p15:guide id="2" pos="5232">
          <p15:clr>
            <a:srgbClr val="FBAE40"/>
          </p15:clr>
        </p15:guide>
        <p15:guide id="5" pos="2780">
          <p15:clr>
            <a:srgbClr val="FBAE40"/>
          </p15:clr>
        </p15:guide>
        <p15:guide id="6" pos="269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02358D-3B15-D5EE-55C3-E603AF75007D}"/>
              </a:ext>
            </a:extLst>
          </p:cNvPr>
          <p:cNvSpPr/>
          <p:nvPr userDrawn="1"/>
        </p:nvSpPr>
        <p:spPr>
          <a:xfrm>
            <a:off x="592140" y="4595760"/>
            <a:ext cx="5321942" cy="92109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92CA47-F725-26A1-9CFB-72E5702C6998}"/>
              </a:ext>
            </a:extLst>
          </p:cNvPr>
          <p:cNvSpPr/>
          <p:nvPr userDrawn="1"/>
        </p:nvSpPr>
        <p:spPr>
          <a:xfrm>
            <a:off x="6426725" y="4595760"/>
            <a:ext cx="5321942" cy="92109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74732-F868-2F40-8E9C-CD979792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7458635" cy="59959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F4FB9D-2477-BE4F-9C7E-DD346DB9A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0099" y="4706192"/>
            <a:ext cx="5006024" cy="613062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1AC5BF-2785-C344-A341-90719461B784}"/>
              </a:ext>
            </a:extLst>
          </p:cNvPr>
          <p:cNvSpPr txBox="1"/>
          <p:nvPr userDrawn="1"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solidFill>
                  <a:schemeClr val="tx1"/>
                </a:solidFill>
                <a:latin typeface="Montserrat" pitchFamily="2" charset="77"/>
              </a:rPr>
              <a:pPr algn="r"/>
              <a:t>‹Nº›</a:t>
            </a:fld>
            <a:endParaRPr lang="en-US" sz="900" b="0" i="0" dirty="0">
              <a:solidFill>
                <a:schemeClr val="tx1"/>
              </a:solidFill>
              <a:latin typeface="Montserrat" pitchFamily="2" charset="77"/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27229FF6-6D59-EADA-6EAF-1F3A685BD18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26725" y="1171978"/>
            <a:ext cx="5282675" cy="3284112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n-US"/>
          </a:p>
        </p:txBody>
      </p:sp>
      <p:sp>
        <p:nvSpPr>
          <p:cNvPr id="5" name="Chart Placeholder 8">
            <a:extLst>
              <a:ext uri="{FF2B5EF4-FFF2-40B4-BE49-F238E27FC236}">
                <a16:creationId xmlns:a16="http://schemas.microsoft.com/office/drawing/2014/main" id="{10593BE6-6298-335D-8AD3-10997B6E94D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92429" y="1171978"/>
            <a:ext cx="5321654" cy="3284112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8FC8A12-BFDE-64AF-6C26-11622E4FC3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64791" y="4706191"/>
            <a:ext cx="5017609" cy="613063"/>
          </a:xfrm>
        </p:spPr>
        <p:txBody>
          <a:bodyPr/>
          <a:lstStyle>
            <a:lvl1pPr>
              <a:lnSpc>
                <a:spcPct val="120000"/>
              </a:lnSpc>
              <a:spcBef>
                <a:spcPts val="900"/>
              </a:spcBef>
              <a:defRPr sz="1200"/>
            </a:lvl1pPr>
            <a:lvl2pPr>
              <a:lnSpc>
                <a:spcPct val="120000"/>
              </a:lnSpc>
              <a:spcBef>
                <a:spcPts val="900"/>
              </a:spcBef>
              <a:defRPr sz="1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3864795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88">
          <p15:clr>
            <a:srgbClr val="FBAE40"/>
          </p15:clr>
        </p15:guide>
        <p15:guide id="2" pos="5232">
          <p15:clr>
            <a:srgbClr val="FBAE40"/>
          </p15:clr>
        </p15:guide>
        <p15:guide id="5" pos="2780">
          <p15:clr>
            <a:srgbClr val="FBAE40"/>
          </p15:clr>
        </p15:guide>
        <p15:guide id="6" pos="269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/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356A68-F8EE-7F2F-9141-D0E34A653A50}"/>
              </a:ext>
            </a:extLst>
          </p:cNvPr>
          <p:cNvSpPr/>
          <p:nvPr userDrawn="1"/>
        </p:nvSpPr>
        <p:spPr>
          <a:xfrm>
            <a:off x="0" y="1125536"/>
            <a:ext cx="12192000" cy="2011363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883B2A-116F-B149-A066-C13766E880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459522"/>
            <a:ext cx="10972800" cy="898115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 b="1">
                <a:solidFill>
                  <a:srgbClr val="1C1C1C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Summary statement or closing quote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13359"/>
            <a:ext cx="5346700" cy="602642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r>
              <a:rPr lang="en-US" dirty="0"/>
              <a:t>Summary/Closing Slide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2AFD3FC-4091-60B4-0F99-F6511EBD0C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897922"/>
            <a:ext cx="2625256" cy="4200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 b="1">
                <a:solidFill>
                  <a:srgbClr val="1C1C1C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Key takeaway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712F32-3D1E-BA43-1207-FB9E04025629}"/>
              </a:ext>
            </a:extLst>
          </p:cNvPr>
          <p:cNvSpPr/>
          <p:nvPr userDrawn="1"/>
        </p:nvSpPr>
        <p:spPr>
          <a:xfrm>
            <a:off x="609600" y="2605084"/>
            <a:ext cx="1066800" cy="1066800"/>
          </a:xfrm>
          <a:prstGeom prst="ellipse">
            <a:avLst/>
          </a:prstGeom>
          <a:solidFill>
            <a:srgbClr val="FF3A00"/>
          </a:solidFill>
          <a:ln w="571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1551CB-729D-9935-1C87-7C0C07BF86A7}"/>
              </a:ext>
            </a:extLst>
          </p:cNvPr>
          <p:cNvSpPr/>
          <p:nvPr userDrawn="1"/>
        </p:nvSpPr>
        <p:spPr>
          <a:xfrm>
            <a:off x="704850" y="2699975"/>
            <a:ext cx="876300" cy="876300"/>
          </a:xfrm>
          <a:prstGeom prst="ellipse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CBF5FF-2C51-DBEE-8F49-A3A7AA1C716A}"/>
              </a:ext>
            </a:extLst>
          </p:cNvPr>
          <p:cNvSpPr txBox="1"/>
          <p:nvPr userDrawn="1"/>
        </p:nvSpPr>
        <p:spPr>
          <a:xfrm>
            <a:off x="882650" y="2829122"/>
            <a:ext cx="5143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i="0" dirty="0">
                <a:latin typeface="Montserrat" pitchFamily="2" charset="77"/>
              </a:rPr>
              <a:t>1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7F007BB-E9F8-65C8-9928-A0C351E4B8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323" y="4432907"/>
            <a:ext cx="2637533" cy="1506299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400"/>
            </a:lvl1pPr>
            <a:lvl2pPr>
              <a:lnSpc>
                <a:spcPct val="100000"/>
              </a:lnSpc>
              <a:spcBef>
                <a:spcPts val="900"/>
              </a:spcBef>
              <a:defRPr sz="1400"/>
            </a:lvl2pPr>
          </a:lstStyle>
          <a:p>
            <a:pPr lvl="0"/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7D878F4-FC3D-A0A7-DA55-F4029B923B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4200" y="3897922"/>
            <a:ext cx="2625256" cy="4200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 b="1">
                <a:solidFill>
                  <a:srgbClr val="1C1C1C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Key takeaway 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CCF15B-4DA5-97D4-2ADE-B91F3D4D4ED5}"/>
              </a:ext>
            </a:extLst>
          </p:cNvPr>
          <p:cNvSpPr/>
          <p:nvPr userDrawn="1"/>
        </p:nvSpPr>
        <p:spPr>
          <a:xfrm>
            <a:off x="4394200" y="2605084"/>
            <a:ext cx="1066800" cy="1066800"/>
          </a:xfrm>
          <a:prstGeom prst="ellipse">
            <a:avLst/>
          </a:prstGeom>
          <a:solidFill>
            <a:srgbClr val="FF3A00"/>
          </a:solidFill>
          <a:ln w="571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0AEFCE-7BF5-7C43-E9F6-F3DE3E86A099}"/>
              </a:ext>
            </a:extLst>
          </p:cNvPr>
          <p:cNvSpPr/>
          <p:nvPr userDrawn="1"/>
        </p:nvSpPr>
        <p:spPr>
          <a:xfrm>
            <a:off x="4489450" y="2699975"/>
            <a:ext cx="876300" cy="876300"/>
          </a:xfrm>
          <a:prstGeom prst="ellipse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AC653-1608-0C2B-047F-B9B7F68C27D2}"/>
              </a:ext>
            </a:extLst>
          </p:cNvPr>
          <p:cNvSpPr txBox="1"/>
          <p:nvPr userDrawn="1"/>
        </p:nvSpPr>
        <p:spPr>
          <a:xfrm>
            <a:off x="4667250" y="2829122"/>
            <a:ext cx="5143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i="0" dirty="0">
                <a:latin typeface="Montserrat" pitchFamily="2" charset="77"/>
              </a:rPr>
              <a:t>2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28745AD5-7C4C-22EA-57F8-585B052B78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1923" y="4432907"/>
            <a:ext cx="2637533" cy="1506299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400"/>
            </a:lvl1pPr>
            <a:lvl2pPr>
              <a:lnSpc>
                <a:spcPct val="100000"/>
              </a:lnSpc>
              <a:spcBef>
                <a:spcPts val="900"/>
              </a:spcBef>
              <a:defRPr sz="1400"/>
            </a:lvl2pPr>
          </a:lstStyle>
          <a:p>
            <a:pPr lvl="0"/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2175951-7D06-9D36-A378-15BE7B7F1B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18500" y="3897922"/>
            <a:ext cx="2625256" cy="420078"/>
          </a:xfrm>
        </p:spPr>
        <p:txBody>
          <a:bodyPr/>
          <a:lstStyle>
            <a:lvl1pPr marL="0" indent="0">
              <a:tabLst>
                <a:tab pos="4343400" algn="dec"/>
              </a:tabLst>
              <a:defRPr sz="1800" b="1">
                <a:solidFill>
                  <a:srgbClr val="1C1C1C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Key takeaway 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CF13DF6-D833-55B5-9C7C-3406316F9FF4}"/>
              </a:ext>
            </a:extLst>
          </p:cNvPr>
          <p:cNvSpPr/>
          <p:nvPr userDrawn="1"/>
        </p:nvSpPr>
        <p:spPr>
          <a:xfrm>
            <a:off x="8318500" y="2605084"/>
            <a:ext cx="1066800" cy="1066800"/>
          </a:xfrm>
          <a:prstGeom prst="ellipse">
            <a:avLst/>
          </a:prstGeom>
          <a:solidFill>
            <a:srgbClr val="FF3A00"/>
          </a:solidFill>
          <a:ln w="571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BF2E5F6-717F-E0EA-9C56-59AD69A12007}"/>
              </a:ext>
            </a:extLst>
          </p:cNvPr>
          <p:cNvSpPr/>
          <p:nvPr userDrawn="1"/>
        </p:nvSpPr>
        <p:spPr>
          <a:xfrm>
            <a:off x="8413750" y="2699975"/>
            <a:ext cx="876300" cy="876300"/>
          </a:xfrm>
          <a:prstGeom prst="ellipse">
            <a:avLst/>
          </a:prstGeom>
          <a:solidFill>
            <a:srgbClr val="F0F0F0"/>
          </a:solidFill>
          <a:ln w="571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32086D-7D5F-11C5-004C-C9F7666E07A1}"/>
              </a:ext>
            </a:extLst>
          </p:cNvPr>
          <p:cNvSpPr txBox="1"/>
          <p:nvPr userDrawn="1"/>
        </p:nvSpPr>
        <p:spPr>
          <a:xfrm>
            <a:off x="8591550" y="2829122"/>
            <a:ext cx="51435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i="0" dirty="0">
                <a:latin typeface="Montserrat" pitchFamily="2" charset="77"/>
              </a:rPr>
              <a:t>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ABD1E9A5-E66E-6295-DFA5-D4DAFDE032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6223" y="4432907"/>
            <a:ext cx="2637533" cy="1506299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defRPr sz="1400"/>
            </a:lvl1pPr>
            <a:lvl2pPr>
              <a:lnSpc>
                <a:spcPct val="100000"/>
              </a:lnSpc>
              <a:spcBef>
                <a:spcPts val="900"/>
              </a:spcBef>
              <a:defRPr sz="1400"/>
            </a:lvl2pPr>
          </a:lstStyle>
          <a:p>
            <a:pPr lvl="0"/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EF5771-54A5-D4FE-581C-BA3016320B8D}"/>
              </a:ext>
            </a:extLst>
          </p:cNvPr>
          <p:cNvCxnSpPr>
            <a:cxnSpLocks/>
          </p:cNvCxnSpPr>
          <p:nvPr userDrawn="1"/>
        </p:nvCxnSpPr>
        <p:spPr>
          <a:xfrm>
            <a:off x="3723640" y="3576275"/>
            <a:ext cx="0" cy="236293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6D7CF5-AD6C-D044-98E0-1B9514F340AB}"/>
              </a:ext>
            </a:extLst>
          </p:cNvPr>
          <p:cNvCxnSpPr>
            <a:cxnSpLocks/>
          </p:cNvCxnSpPr>
          <p:nvPr userDrawn="1"/>
        </p:nvCxnSpPr>
        <p:spPr>
          <a:xfrm>
            <a:off x="7711440" y="3576275"/>
            <a:ext cx="0" cy="236293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179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2924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out logo / 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C16E28-0E91-BC56-C273-335EF69B448E}"/>
              </a:ext>
            </a:extLst>
          </p:cNvPr>
          <p:cNvSpPr/>
          <p:nvPr userDrawn="1"/>
        </p:nvSpPr>
        <p:spPr>
          <a:xfrm>
            <a:off x="457200" y="6132443"/>
            <a:ext cx="3518452" cy="566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1700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©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C16E28-0E91-BC56-C273-335EF69B448E}"/>
              </a:ext>
            </a:extLst>
          </p:cNvPr>
          <p:cNvSpPr/>
          <p:nvPr userDrawn="1"/>
        </p:nvSpPr>
        <p:spPr>
          <a:xfrm>
            <a:off x="457200" y="6102626"/>
            <a:ext cx="3518452" cy="566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82AE83-A021-B9D1-21AF-D42466147B17}"/>
              </a:ext>
            </a:extLst>
          </p:cNvPr>
          <p:cNvSpPr txBox="1"/>
          <p:nvPr userDrawn="1"/>
        </p:nvSpPr>
        <p:spPr>
          <a:xfrm>
            <a:off x="616226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43200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ABF40F0-47DA-0144-817E-4D24A3EEA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0704" y="3006387"/>
            <a:ext cx="2450592" cy="8452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1C799A-D56B-EC4E-978D-7DDE07C7F329}"/>
              </a:ext>
            </a:extLst>
          </p:cNvPr>
          <p:cNvSpPr txBox="1"/>
          <p:nvPr userDrawn="1"/>
        </p:nvSpPr>
        <p:spPr>
          <a:xfrm>
            <a:off x="5048834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8886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Page w/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3DBBD8C-3B7D-E549-BE3B-921898D39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0704" y="3006387"/>
            <a:ext cx="2450592" cy="11855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51AA2B-9E0B-0B44-95E6-19E531195F12}"/>
              </a:ext>
            </a:extLst>
          </p:cNvPr>
          <p:cNvSpPr txBox="1"/>
          <p:nvPr userDrawn="1"/>
        </p:nvSpPr>
        <p:spPr>
          <a:xfrm>
            <a:off x="5048834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4818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Pag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ABF40F0-47DA-0144-817E-4D24A3EEA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0704" y="3006387"/>
            <a:ext cx="2450592" cy="8452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7FB166-A9CD-D047-BA11-503217EC146F}"/>
              </a:ext>
            </a:extLst>
          </p:cNvPr>
          <p:cNvSpPr txBox="1"/>
          <p:nvPr userDrawn="1"/>
        </p:nvSpPr>
        <p:spPr>
          <a:xfrm>
            <a:off x="5048834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00" b="0" i="0" dirty="0">
                <a:solidFill>
                  <a:schemeClr val="bg1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8448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13358"/>
            <a:ext cx="10972800" cy="10042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54481"/>
            <a:ext cx="10972800" cy="45637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349076D-207C-F04C-8D51-6C98F54189D9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09600" y="6250253"/>
            <a:ext cx="804672" cy="277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C4C443-25E2-0C48-905A-F369D809B8B4}"/>
              </a:ext>
            </a:extLst>
          </p:cNvPr>
          <p:cNvSpPr txBox="1"/>
          <p:nvPr/>
        </p:nvSpPr>
        <p:spPr>
          <a:xfrm>
            <a:off x="11582400" y="640972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F3C2B78-D5FB-2B40-97A0-3705906E7F8A}" type="slidenum">
              <a:rPr lang="en-US" sz="900" b="0" i="0" smtClean="0">
                <a:latin typeface="Montserrat" pitchFamily="2" charset="77"/>
              </a:rPr>
              <a:pPr algn="r"/>
              <a:t>‹Nº›</a:t>
            </a:fld>
            <a:endParaRPr lang="en-US" sz="900" b="0" i="0" dirty="0"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3133B-693E-FA49-B77E-E69ADA4B5F26}"/>
              </a:ext>
            </a:extLst>
          </p:cNvPr>
          <p:cNvSpPr txBox="1"/>
          <p:nvPr userDrawn="1"/>
        </p:nvSpPr>
        <p:spPr>
          <a:xfrm>
            <a:off x="1689153" y="6455886"/>
            <a:ext cx="209433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600" b="0" i="0" dirty="0">
                <a:solidFill>
                  <a:srgbClr val="242424"/>
                </a:solidFill>
                <a:effectLst/>
                <a:latin typeface="Montserrat" pitchFamily="2" charset="77"/>
                <a:cs typeface="Arial" panose="020B0604020202020204" pitchFamily="34" charset="0"/>
              </a:rPr>
              <a:t>© GXO Logistics, Inc.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772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3" r:id="rId3"/>
    <p:sldLayoutId id="2147483663" r:id="rId4"/>
    <p:sldLayoutId id="2147483698" r:id="rId5"/>
    <p:sldLayoutId id="2147483695" r:id="rId6"/>
    <p:sldLayoutId id="2147483697" r:id="rId7"/>
    <p:sldLayoutId id="2147483696" r:id="rId8"/>
    <p:sldLayoutId id="2147483664" r:id="rId9"/>
    <p:sldLayoutId id="2147483685" r:id="rId10"/>
    <p:sldLayoutId id="2147483665" r:id="rId11"/>
    <p:sldLayoutId id="2147483684" r:id="rId12"/>
    <p:sldLayoutId id="2147483666" r:id="rId13"/>
    <p:sldLayoutId id="2147483667" r:id="rId14"/>
    <p:sldLayoutId id="2147483668" r:id="rId15"/>
    <p:sldLayoutId id="2147483670" r:id="rId16"/>
    <p:sldLayoutId id="2147483669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94" r:id="rId25"/>
    <p:sldLayoutId id="2147483689" r:id="rId26"/>
    <p:sldLayoutId id="2147483690" r:id="rId27"/>
    <p:sldLayoutId id="2147483691" r:id="rId28"/>
    <p:sldLayoutId id="2147483693" r:id="rId29"/>
    <p:sldLayoutId id="2147483692" r:id="rId30"/>
    <p:sldLayoutId id="2147483699" r:id="rId31"/>
    <p:sldLayoutId id="2147483679" r:id="rId32"/>
    <p:sldLayoutId id="2147483687" r:id="rId33"/>
    <p:sldLayoutId id="2147483688" r:id="rId34"/>
    <p:sldLayoutId id="2147483680" r:id="rId35"/>
    <p:sldLayoutId id="2147483681" r:id="rId36"/>
    <p:sldLayoutId id="2147483682" r:id="rId37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0"/>
        </a:spcBef>
        <a:buFont typeface="Arial"/>
        <a:buNone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228600" indent="-228600" algn="l" defTabSz="457200" rtl="0" eaLnBrk="1" latinLnBrk="0" hangingPunct="1">
        <a:spcBef>
          <a:spcPts val="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457200" indent="-228600" algn="l" defTabSz="457200" rtl="0" eaLnBrk="1" latinLnBrk="0" hangingPunct="1">
        <a:spcBef>
          <a:spcPts val="0"/>
        </a:spcBef>
        <a:buFont typeface="System Font Regular"/>
        <a:buChar char="–"/>
        <a:tabLst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685800" indent="-228600" algn="l" defTabSz="457200" rtl="0" eaLnBrk="1" latinLnBrk="0" hangingPunct="1">
        <a:spcBef>
          <a:spcPts val="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914400" indent="-228600" algn="l" defTabSz="457200" rtl="0" eaLnBrk="1" latinLnBrk="0" hangingPunct="1">
        <a:spcBef>
          <a:spcPts val="0"/>
        </a:spcBef>
        <a:buFont typeface="System Font Regular"/>
        <a:buChar char="–"/>
        <a:tabLst/>
        <a:defRPr sz="14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5" orient="horz" pos="3854">
          <p15:clr>
            <a:srgbClr val="F26B43"/>
          </p15:clr>
        </p15:guide>
        <p15:guide id="6" orient="horz" pos="41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noProof="0" dirty="0" err="1"/>
              <a:t>Support</a:t>
            </a:r>
            <a:endParaRPr lang="es-ES" b="1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noProof="0" dirty="0"/>
              <a:t>16/02/2026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6960917-D240-9444-AF19-220AB3AC4B9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C82B644-9123-71F2-DB19-08F145001AB6}"/>
              </a:ext>
            </a:extLst>
          </p:cNvPr>
          <p:cNvSpPr txBox="1">
            <a:spLocks/>
          </p:cNvSpPr>
          <p:nvPr/>
        </p:nvSpPr>
        <p:spPr>
          <a:xfrm>
            <a:off x="507159" y="2592125"/>
            <a:ext cx="5022937" cy="67975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000" b="1" i="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s-ES" sz="2800" noProof="0" dirty="0"/>
              <a:t>-Servicio Web en Intranet-          </a:t>
            </a:r>
            <a:r>
              <a:rPr lang="es-ES" noProof="0" dirty="0"/>
              <a:t>           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698A5E-C3E0-CE3F-D36B-B908BE65A537}"/>
              </a:ext>
            </a:extLst>
          </p:cNvPr>
          <p:cNvSpPr txBox="1">
            <a:spLocks/>
          </p:cNvSpPr>
          <p:nvPr/>
        </p:nvSpPr>
        <p:spPr>
          <a:xfrm>
            <a:off x="507159" y="4640261"/>
            <a:ext cx="5022937" cy="67975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000" b="1" i="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s-ES" sz="1200" noProof="0" dirty="0"/>
              <a:t>Resumen ejecutivo</a:t>
            </a:r>
          </a:p>
        </p:txBody>
      </p:sp>
    </p:spTree>
    <p:extLst>
      <p:ext uri="{BB962C8B-B14F-4D97-AF65-F5344CB8AC3E}">
        <p14:creationId xmlns:p14="http://schemas.microsoft.com/office/powerpoint/2010/main" val="296030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8BD5-EDCE-624B-A282-92F0E3B1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10972800" cy="1004279"/>
          </a:xfrm>
        </p:spPr>
        <p:txBody>
          <a:bodyPr anchor="ctr">
            <a:normAutofit/>
          </a:bodyPr>
          <a:lstStyle/>
          <a:p>
            <a:r>
              <a:rPr lang="es-ES" noProof="0" dirty="0"/>
              <a:t>Contenidos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B0A614-AABC-D94E-96FA-43BC9A979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4481"/>
            <a:ext cx="5391150" cy="45637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noProof="0" dirty="0"/>
              <a:t>Índice</a:t>
            </a:r>
            <a:r>
              <a:rPr lang="es-ES" b="1" noProof="0" dirty="0"/>
              <a:t>						</a:t>
            </a:r>
            <a:r>
              <a:rPr lang="es-ES" noProof="0" dirty="0"/>
              <a:t>01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Objetivo del proyecto		02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Problema actual			03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Seguridad y control			04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Arquitectura				05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Beneficios clave			06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Impacto organizativo		07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Escalabilidad				08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Estado actual y </a:t>
            </a:r>
            <a:r>
              <a:rPr lang="es-ES" noProof="0" dirty="0" err="1"/>
              <a:t>roadmap</a:t>
            </a:r>
            <a:r>
              <a:rPr lang="es-ES" noProof="0" dirty="0"/>
              <a:t>	09</a:t>
            </a:r>
          </a:p>
          <a:p>
            <a:pPr>
              <a:spcAft>
                <a:spcPts val="600"/>
              </a:spcAft>
            </a:pPr>
            <a:r>
              <a:rPr lang="es-ES" noProof="0" dirty="0"/>
              <a:t>Conclusión					10</a:t>
            </a:r>
          </a:p>
          <a:p>
            <a:pPr>
              <a:spcAft>
                <a:spcPts val="600"/>
              </a:spcAft>
            </a:pPr>
            <a:endParaRPr lang="es-ES" noProof="0" dirty="0"/>
          </a:p>
          <a:p>
            <a:pPr>
              <a:spcAft>
                <a:spcPts val="600"/>
              </a:spcAft>
            </a:pPr>
            <a:endParaRPr lang="es-ES" noProof="0" dirty="0"/>
          </a:p>
          <a:p>
            <a:pPr>
              <a:spcAft>
                <a:spcPts val="600"/>
              </a:spcAft>
            </a:pPr>
            <a:endParaRPr lang="es-E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78EDD2F-F46E-A12B-0A7D-04A25330208A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/>
          <a:lstStyle/>
          <a:p>
            <a:endParaRPr lang="es-ES" noProof="0" dirty="0"/>
          </a:p>
        </p:txBody>
      </p:sp>
      <p:pic>
        <p:nvPicPr>
          <p:cNvPr id="4" name="Imagen 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2FDFC6D7-0FAD-7DC1-DC59-B60EA365C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993986"/>
            <a:ext cx="5391150" cy="1684734"/>
          </a:xfrm>
          <a:prstGeom prst="rect">
            <a:avLst/>
          </a:prstGeom>
          <a:noFill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0885CEF-EDD7-7540-959D-E7EE9A410EE2}"/>
              </a:ext>
            </a:extLst>
          </p:cNvPr>
          <p:cNvSpPr txBox="1">
            <a:spLocks/>
          </p:cNvSpPr>
          <p:nvPr/>
        </p:nvSpPr>
        <p:spPr>
          <a:xfrm>
            <a:off x="609600" y="1022958"/>
            <a:ext cx="10972800" cy="10042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b="0" noProof="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988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E52AF-6B7D-914D-9027-8EE43A181C18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4A5D4-6D6F-5C4D-A280-5C2CAAD8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Objetivo del proyecto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7ACC60F-9028-CAE0-B49C-696034902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3459451"/>
              </p:ext>
            </p:extLst>
          </p:nvPr>
        </p:nvGraphicFramePr>
        <p:xfrm>
          <a:off x="2032000" y="1277436"/>
          <a:ext cx="7620883" cy="4651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601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F1741E-9BC2-8D44-B77B-FEFE04B3D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0334"/>
            <a:ext cx="10972800" cy="540799"/>
          </a:xfrm>
        </p:spPr>
        <p:txBody>
          <a:bodyPr/>
          <a:lstStyle/>
          <a:p>
            <a:r>
              <a:rPr lang="es-ES" noProof="0" dirty="0" err="1"/>
              <a:t>Solucion</a:t>
            </a:r>
            <a:r>
              <a:rPr lang="es-ES" noProof="0" dirty="0"/>
              <a:t> Propuesta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62658-2EC8-A844-9BF9-0766240AC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2419453"/>
            <a:ext cx="2537460" cy="602043"/>
          </a:xfrm>
        </p:spPr>
        <p:txBody>
          <a:bodyPr/>
          <a:lstStyle/>
          <a:p>
            <a:r>
              <a:rPr lang="es-ES" b="1" noProof="0" dirty="0"/>
              <a:t>Accesos no controlados a bases de datos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BE298-20F0-C344-8FDE-C060DB4C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9357" y="2419453"/>
            <a:ext cx="2534920" cy="602043"/>
          </a:xfrm>
        </p:spPr>
        <p:txBody>
          <a:bodyPr/>
          <a:lstStyle/>
          <a:p>
            <a:r>
              <a:rPr lang="es-ES" b="1" noProof="0" dirty="0"/>
              <a:t>Dependencia de perfiles técnicos</a:t>
            </a:r>
          </a:p>
          <a:p>
            <a:endParaRPr lang="es-E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9BC577-D947-0046-8A58-11329619934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39199" y="2419453"/>
            <a:ext cx="2534920" cy="670881"/>
          </a:xfrm>
        </p:spPr>
        <p:txBody>
          <a:bodyPr/>
          <a:lstStyle/>
          <a:p>
            <a:r>
              <a:rPr lang="es-ES" b="1" noProof="0" dirty="0"/>
              <a:t>Riesgos de seguridad y auditoría</a:t>
            </a:r>
          </a:p>
          <a:p>
            <a:endParaRPr lang="es-ES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EC6F97-7D84-B448-BDCD-898B499C1C0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16" name="Title 8">
            <a:extLst>
              <a:ext uri="{FF2B5EF4-FFF2-40B4-BE49-F238E27FC236}">
                <a16:creationId xmlns:a16="http://schemas.microsoft.com/office/drawing/2014/main" id="{AA2EE884-1574-17E1-E390-2A0993D0A64B}"/>
              </a:ext>
            </a:extLst>
          </p:cNvPr>
          <p:cNvSpPr txBox="1">
            <a:spLocks/>
          </p:cNvSpPr>
          <p:nvPr/>
        </p:nvSpPr>
        <p:spPr>
          <a:xfrm>
            <a:off x="609601" y="550703"/>
            <a:ext cx="10972800" cy="5407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s-ES" noProof="0" dirty="0"/>
              <a:t>Problema actual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FDEE976-6D1E-5E56-115A-58E8A0E8B62B}"/>
              </a:ext>
            </a:extLst>
          </p:cNvPr>
          <p:cNvSpPr txBox="1">
            <a:spLocks/>
          </p:cNvSpPr>
          <p:nvPr/>
        </p:nvSpPr>
        <p:spPr>
          <a:xfrm>
            <a:off x="609601" y="4709391"/>
            <a:ext cx="2537460" cy="759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228600" indent="-228600" algn="l" defTabSz="4572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ts val="0"/>
              </a:spcBef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ts val="0"/>
              </a:spcBef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noProof="0" dirty="0"/>
              <a:t>Aplicación Web centralizada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5D9FE7AE-8FF3-5898-B75F-99B44EF2EC22}"/>
              </a:ext>
            </a:extLst>
          </p:cNvPr>
          <p:cNvSpPr txBox="1">
            <a:spLocks/>
          </p:cNvSpPr>
          <p:nvPr/>
        </p:nvSpPr>
        <p:spPr>
          <a:xfrm>
            <a:off x="4369357" y="4709391"/>
            <a:ext cx="2534920" cy="6020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228600" indent="-228600" algn="l" defTabSz="4572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ts val="0"/>
              </a:spcBef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ts val="0"/>
              </a:spcBef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noProof="0" dirty="0"/>
              <a:t>Consultas predefinidas y auditadas</a:t>
            </a:r>
          </a:p>
          <a:p>
            <a:endParaRPr lang="es-ES" noProof="0" dirty="0"/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8E9B6910-92D8-0C17-8E4F-B69197F77C27}"/>
              </a:ext>
            </a:extLst>
          </p:cNvPr>
          <p:cNvSpPr txBox="1">
            <a:spLocks/>
          </p:cNvSpPr>
          <p:nvPr/>
        </p:nvSpPr>
        <p:spPr>
          <a:xfrm>
            <a:off x="8139199" y="4709391"/>
            <a:ext cx="2534920" cy="670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228600" indent="-228600" algn="l" defTabSz="4572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ts val="0"/>
              </a:spcBef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ts val="0"/>
              </a:spcBef>
              <a:buFont typeface="System Font Regular"/>
              <a:buChar char="–"/>
              <a:tabLst/>
              <a:defRPr sz="14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noProof="0" dirty="0"/>
              <a:t>Exportación controlada de datos</a:t>
            </a:r>
          </a:p>
          <a:p>
            <a:endParaRPr lang="es-ES" noProof="0" dirty="0"/>
          </a:p>
        </p:txBody>
      </p:sp>
      <p:pic>
        <p:nvPicPr>
          <p:cNvPr id="6" name="Gráfico 5" descr="Bloquear con relleno sólido">
            <a:extLst>
              <a:ext uri="{FF2B5EF4-FFF2-40B4-BE49-F238E27FC236}">
                <a16:creationId xmlns:a16="http://schemas.microsoft.com/office/drawing/2014/main" id="{0943A8BE-E76C-2CA8-D254-408C6EF97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38" y="1230532"/>
            <a:ext cx="914400" cy="914400"/>
          </a:xfrm>
          <a:prstGeom prst="rect">
            <a:avLst/>
          </a:prstGeom>
        </p:spPr>
      </p:pic>
      <p:pic>
        <p:nvPicPr>
          <p:cNvPr id="17" name="Gráfico 16" descr="Internet con relleno sólido">
            <a:extLst>
              <a:ext uri="{FF2B5EF4-FFF2-40B4-BE49-F238E27FC236}">
                <a16:creationId xmlns:a16="http://schemas.microsoft.com/office/drawing/2014/main" id="{AE441E46-FB43-5D14-10E1-19034410B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38" y="3692377"/>
            <a:ext cx="914400" cy="914400"/>
          </a:xfrm>
          <a:prstGeom prst="rect">
            <a:avLst/>
          </a:prstGeom>
        </p:spPr>
      </p:pic>
      <p:pic>
        <p:nvPicPr>
          <p:cNvPr id="19" name="Gráfico 18" descr="Hombre programador con relleno sólido">
            <a:extLst>
              <a:ext uri="{FF2B5EF4-FFF2-40B4-BE49-F238E27FC236}">
                <a16:creationId xmlns:a16="http://schemas.microsoft.com/office/drawing/2014/main" id="{FA38A196-1A29-C6A5-11C3-4A995CCCFB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64062" y="1255360"/>
            <a:ext cx="914400" cy="914400"/>
          </a:xfrm>
          <a:prstGeom prst="rect">
            <a:avLst/>
          </a:prstGeom>
        </p:spPr>
      </p:pic>
      <p:pic>
        <p:nvPicPr>
          <p:cNvPr id="21" name="Gráfico 20" descr="Flujo de trabajo con relleno sólido">
            <a:extLst>
              <a:ext uri="{FF2B5EF4-FFF2-40B4-BE49-F238E27FC236}">
                <a16:creationId xmlns:a16="http://schemas.microsoft.com/office/drawing/2014/main" id="{EFC6F447-633E-443D-1A68-734DE175E5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64062" y="3692377"/>
            <a:ext cx="914400" cy="914400"/>
          </a:xfrm>
          <a:prstGeom prst="rect">
            <a:avLst/>
          </a:prstGeom>
        </p:spPr>
      </p:pic>
      <p:pic>
        <p:nvPicPr>
          <p:cNvPr id="29" name="Gráfico 28" descr="Ojo con relleno sólido">
            <a:extLst>
              <a:ext uri="{FF2B5EF4-FFF2-40B4-BE49-F238E27FC236}">
                <a16:creationId xmlns:a16="http://schemas.microsoft.com/office/drawing/2014/main" id="{5F78883A-50C3-3488-90B2-EC5383A6E4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9199" y="1341195"/>
            <a:ext cx="914400" cy="914400"/>
          </a:xfrm>
          <a:prstGeom prst="rect">
            <a:avLst/>
          </a:prstGeom>
        </p:spPr>
      </p:pic>
      <p:pic>
        <p:nvPicPr>
          <p:cNvPr id="31" name="Gráfico 30" descr="Descargar con relleno sólido">
            <a:extLst>
              <a:ext uri="{FF2B5EF4-FFF2-40B4-BE49-F238E27FC236}">
                <a16:creationId xmlns:a16="http://schemas.microsoft.com/office/drawing/2014/main" id="{B02B8B18-4C6C-928B-9AD1-CD0C54C7D8F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32886" y="36937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8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F033F6-7B10-B740-9E05-FE76B609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10972800" cy="1004279"/>
          </a:xfrm>
        </p:spPr>
        <p:txBody>
          <a:bodyPr anchor="t">
            <a:normAutofit/>
          </a:bodyPr>
          <a:lstStyle/>
          <a:p>
            <a:r>
              <a:rPr lang="es-ES" noProof="0" dirty="0"/>
              <a:t>Seguridad y Control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16EE31-A594-C3DD-A051-74A4ABB2BE52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/>
          <a:lstStyle/>
          <a:p>
            <a:endParaRPr lang="es-ES" noProof="0" dirty="0"/>
          </a:p>
        </p:txBody>
      </p:sp>
      <p:graphicFrame>
        <p:nvGraphicFramePr>
          <p:cNvPr id="9" name="Diagram" descr="Closed chevron process diagram">
            <a:extLst>
              <a:ext uri="{FF2B5EF4-FFF2-40B4-BE49-F238E27FC236}">
                <a16:creationId xmlns:a16="http://schemas.microsoft.com/office/drawing/2014/main" id="{62980DD7-E5F2-874F-B3AF-471D92521B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8849557"/>
              </p:ext>
            </p:extLst>
          </p:nvPr>
        </p:nvGraphicFramePr>
        <p:xfrm>
          <a:off x="609600" y="1554481"/>
          <a:ext cx="10972800" cy="4563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78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A609-32D0-5762-633D-6DA2468B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273CF3-1255-39DC-EFC9-ADEC85F71B15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16" name="Title 8">
            <a:extLst>
              <a:ext uri="{FF2B5EF4-FFF2-40B4-BE49-F238E27FC236}">
                <a16:creationId xmlns:a16="http://schemas.microsoft.com/office/drawing/2014/main" id="{A6C3AA03-582A-7A38-4D50-C1798F890391}"/>
              </a:ext>
            </a:extLst>
          </p:cNvPr>
          <p:cNvSpPr txBox="1">
            <a:spLocks/>
          </p:cNvSpPr>
          <p:nvPr/>
        </p:nvSpPr>
        <p:spPr>
          <a:xfrm>
            <a:off x="609601" y="550703"/>
            <a:ext cx="10972800" cy="5407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s-ES" noProof="0" dirty="0"/>
              <a:t>Arquitectura</a:t>
            </a:r>
          </a:p>
        </p:txBody>
      </p:sp>
      <p:pic>
        <p:nvPicPr>
          <p:cNvPr id="20" name="Imagen 1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48644E2-FD0D-4BB8-8420-2EBEA8706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7" y="1552575"/>
            <a:ext cx="93059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4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E0F47-C2A1-01B3-D5F7-E14DC77110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8669" y="2172576"/>
            <a:ext cx="3058040" cy="26303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Automatización de consultas recurrentes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Eliminación de peticiones repetitivas a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Respuestas inmediatas (autoservicio)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Exportación directa a formatos analizables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79020-84A8-1849-AA6F-6FFA9682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Beneficios clave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45ECFE-6D0C-E907-7F90-58964E2264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noProof="0" dirty="0"/>
              <a:t>Mejora de eficiencia</a:t>
            </a:r>
          </a:p>
          <a:p>
            <a:endParaRPr lang="es-E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9B6786-8EC6-CE34-4E0C-7146D2DBBD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noProof="0" dirty="0"/>
              <a:t>Trazabilidad completa</a:t>
            </a:r>
          </a:p>
          <a:p>
            <a:endParaRPr lang="es-E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74296-CF93-C506-66F5-2BAF39D47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038" y="2172576"/>
            <a:ext cx="3058040" cy="26303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Eliminación de consultas manuales no controladas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Control de permisos por usuario y grupo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Validación automática de parámetros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Registro de ejecuciones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0F988-9678-BC91-AC08-0368EDB63C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179" y="2172576"/>
            <a:ext cx="3058040" cy="26303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Registro de quién ejecuta y cuándo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Historial de parámetros utilizados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Control de duración y errores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Base para métricas de uso y optimización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2090A2-0301-45FA-A2DB-58C40C445D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noProof="0" dirty="0"/>
              <a:t>Reducción de riesgos</a:t>
            </a:r>
          </a:p>
          <a:p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0578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1E45-9352-1277-78D0-BE79E5D6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5F77-26C9-59DC-D773-E98988A2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Impacto organizativo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AF0F9-1E54-E6DA-F623-D4003206F3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8038" y="2172576"/>
            <a:ext cx="3058040" cy="26303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Modelo autoservicio controlado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IT pasa de ejecutor a supervisor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Enfoque en tareas de mayor valor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AAEE6-54E1-5E68-E5DA-A7722AF61C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8669" y="2172576"/>
            <a:ext cx="3058040" cy="26303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Mismas fuentes de datos para todos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Definiciones estandarizadas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Reducción de versiones “paralelas”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8346F-FEAB-8311-E473-653CB1DC9E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179" y="2172576"/>
            <a:ext cx="3058040" cy="263034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Datos accesibles en tiempo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Información consistente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Capacidad de análisis inmediato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E798E5-FFF9-C0DC-2D90-5BBD72968D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noProof="0" dirty="0"/>
              <a:t>Menor dependencia de IT</a:t>
            </a:r>
          </a:p>
          <a:p>
            <a:endParaRPr lang="es-E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BB13CD-7C30-E132-571D-6E0C073A70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5989" y="1417637"/>
            <a:ext cx="3058040" cy="448504"/>
          </a:xfrm>
        </p:spPr>
        <p:txBody>
          <a:bodyPr/>
          <a:lstStyle/>
          <a:p>
            <a:r>
              <a:rPr lang="es-ES" noProof="0" dirty="0"/>
              <a:t>Acceso homogéneo a la información</a:t>
            </a:r>
          </a:p>
          <a:p>
            <a:endParaRPr lang="es-E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D1234-1A29-7BE1-1513-C327452320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69499" y="1417637"/>
            <a:ext cx="3058040" cy="448504"/>
          </a:xfrm>
        </p:spPr>
        <p:txBody>
          <a:bodyPr/>
          <a:lstStyle/>
          <a:p>
            <a:r>
              <a:rPr lang="es-ES" noProof="0" dirty="0"/>
              <a:t>Mejora en toma de decisiones</a:t>
            </a:r>
          </a:p>
          <a:p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28687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F2E0-9C84-2CE0-662D-84D82CC9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D988-15DF-F46F-6939-1C80F0F3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10972800" cy="1004279"/>
          </a:xfrm>
        </p:spPr>
        <p:txBody>
          <a:bodyPr anchor="t">
            <a:normAutofit/>
          </a:bodyPr>
          <a:lstStyle/>
          <a:p>
            <a:r>
              <a:rPr lang="es-ES" noProof="0" dirty="0"/>
              <a:t>Escalabilidad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5CD307C-92DA-5050-DA62-653A9761E991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/>
          <a:lstStyle/>
          <a:p>
            <a:endParaRPr lang="es-ES" noProof="0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DB05ED2-DA9D-FF75-6AF3-6EBD7DE0ED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285345"/>
              </p:ext>
            </p:extLst>
          </p:nvPr>
        </p:nvGraphicFramePr>
        <p:xfrm>
          <a:off x="609600" y="1554481"/>
          <a:ext cx="10972800" cy="4563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572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B90AD-9536-2158-5670-E76D31F2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979C80-7483-089D-298F-AC90657B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8"/>
            <a:ext cx="10972800" cy="1004279"/>
          </a:xfrm>
        </p:spPr>
        <p:txBody>
          <a:bodyPr anchor="t">
            <a:normAutofit/>
          </a:bodyPr>
          <a:lstStyle/>
          <a:p>
            <a:r>
              <a:rPr lang="es-ES" noProof="0" dirty="0"/>
              <a:t>Estado actual y </a:t>
            </a:r>
            <a:r>
              <a:rPr lang="es-ES" noProof="0" dirty="0" err="1"/>
              <a:t>roadmap</a:t>
            </a:r>
            <a:endParaRPr lang="es-ES" noProof="0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B2049B7-7CD6-B218-57FA-59D35CAD8C1F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6232524" y="6333563"/>
            <a:ext cx="5121275" cy="209458"/>
          </a:xfrm>
        </p:spPr>
        <p:txBody>
          <a:bodyPr/>
          <a:lstStyle/>
          <a:p>
            <a:endParaRPr lang="es-ES" noProof="0" dirty="0"/>
          </a:p>
        </p:txBody>
      </p:sp>
      <p:graphicFrame>
        <p:nvGraphicFramePr>
          <p:cNvPr id="9" name="Diagram" descr="Closed chevron process diagram">
            <a:extLst>
              <a:ext uri="{FF2B5EF4-FFF2-40B4-BE49-F238E27FC236}">
                <a16:creationId xmlns:a16="http://schemas.microsoft.com/office/drawing/2014/main" id="{49F1B418-8282-BF22-57F6-F46535B54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9148603"/>
              </p:ext>
            </p:extLst>
          </p:nvPr>
        </p:nvGraphicFramePr>
        <p:xfrm>
          <a:off x="609600" y="1554481"/>
          <a:ext cx="10972800" cy="4563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463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97CAAB-9446-59FF-243A-7038C99C43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noProof="0" dirty="0" err="1"/>
              <a:t>Support</a:t>
            </a:r>
            <a:r>
              <a:rPr lang="es-ES" noProof="0" dirty="0"/>
              <a:t> es una solución robusta, segura y alineada con las necesidades de control y eficiencia de la organización, preparada para crecer de forma ordenada.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6F1348-C29A-8394-A8EB-F3C72CCC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359"/>
            <a:ext cx="6824870" cy="602642"/>
          </a:xfrm>
        </p:spPr>
        <p:txBody>
          <a:bodyPr/>
          <a:lstStyle/>
          <a:p>
            <a:r>
              <a:rPr lang="es-ES" noProof="0" dirty="0"/>
              <a:t>Conclusión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BB616-E008-9EEA-CF11-FDA3ED71E0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3897922"/>
            <a:ext cx="2625256" cy="898114"/>
          </a:xfrm>
        </p:spPr>
        <p:txBody>
          <a:bodyPr/>
          <a:lstStyle/>
          <a:p>
            <a:r>
              <a:rPr lang="es-ES" noProof="0" dirty="0"/>
              <a:t>Solución Segura y controlada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60C1C5-FA08-1446-3927-E91F901A31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s-ES" noProof="0" dirty="0"/>
              <a:t>Alineada con IT y negocio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C79DBA-E3F7-C06C-3B63-A0E0443B85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noProof="0" dirty="0"/>
              <a:t>Preparada para crecer</a:t>
            </a:r>
          </a:p>
        </p:txBody>
      </p:sp>
    </p:spTree>
    <p:extLst>
      <p:ext uri="{BB962C8B-B14F-4D97-AF65-F5344CB8AC3E}">
        <p14:creationId xmlns:p14="http://schemas.microsoft.com/office/powerpoint/2010/main" val="109175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762979"/>
      </p:ext>
    </p:extLst>
  </p:cSld>
  <p:clrMapOvr>
    <a:masterClrMapping/>
  </p:clrMapOvr>
</p:sld>
</file>

<file path=ppt/theme/theme1.xml><?xml version="1.0" encoding="utf-8"?>
<a:theme xmlns:a="http://schemas.openxmlformats.org/drawingml/2006/main" name="GXO">
  <a:themeElements>
    <a:clrScheme name="GXO Colors">
      <a:dk1>
        <a:srgbClr val="1C1C1C"/>
      </a:dk1>
      <a:lt1>
        <a:srgbClr val="FFFFFF"/>
      </a:lt1>
      <a:dk2>
        <a:srgbClr val="2E3034"/>
      </a:dk2>
      <a:lt2>
        <a:srgbClr val="F0F0F0"/>
      </a:lt2>
      <a:accent1>
        <a:srgbClr val="FF3A00"/>
      </a:accent1>
      <a:accent2>
        <a:srgbClr val="1C1C1C"/>
      </a:accent2>
      <a:accent3>
        <a:srgbClr val="474747"/>
      </a:accent3>
      <a:accent4>
        <a:srgbClr val="727272"/>
      </a:accent4>
      <a:accent5>
        <a:srgbClr val="9D9D9D"/>
      </a:accent5>
      <a:accent6>
        <a:srgbClr val="C8C8C8"/>
      </a:accent6>
      <a:hlink>
        <a:srgbClr val="FF3A00"/>
      </a:hlink>
      <a:folHlink>
        <a:srgbClr val="8145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Purple">
      <a:srgbClr val="9400D3"/>
    </a:custClr>
    <a:custClr name="Blue">
      <a:srgbClr val="2760F8"/>
    </a:custClr>
    <a:custClr name="Teal">
      <a:srgbClr val="03A678"/>
    </a:custClr>
    <a:custClr name="Yellow">
      <a:srgbClr val="F2C022"/>
    </a:custClr>
    <a:custClr name="Red">
      <a:srgbClr val="F51534"/>
    </a:custClr>
  </a:custClrLst>
  <a:extLst>
    <a:ext uri="{05A4C25C-085E-4340-85A3-A5531E510DB2}">
      <thm15:themeFamily xmlns:thm15="http://schemas.microsoft.com/office/thememl/2012/main" name="Presentation9" id="{D7E6A006-378C-2B45-80F0-1AA987573A60}" vid="{F4005DA9-6F3C-6F4E-B8DC-4FA25D1AF9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354a9e9-04e0-4fbe-8fdd-b4fb9d0616e3}" enabled="1" method="Standard" siteId="{f0033efe-d82e-4c5f-a712-3a3948bb453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GXO_Pres_Template_MONTSERRAT_2025</Template>
  <TotalTime>307</TotalTime>
  <Words>353</Words>
  <Application>Microsoft Office PowerPoint</Application>
  <PresentationFormat>Panorámica</PresentationFormat>
  <Paragraphs>81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System Font Regular</vt:lpstr>
      <vt:lpstr>GXO</vt:lpstr>
      <vt:lpstr>Support</vt:lpstr>
      <vt:lpstr>Contenidos</vt:lpstr>
      <vt:lpstr>Objetivo del proyecto</vt:lpstr>
      <vt:lpstr>Solucion Propuesta</vt:lpstr>
      <vt:lpstr>Seguridad y Control</vt:lpstr>
      <vt:lpstr>Presentación de PowerPoint</vt:lpstr>
      <vt:lpstr>Beneficios clave</vt:lpstr>
      <vt:lpstr>Impacto organizativo</vt:lpstr>
      <vt:lpstr>Escalabilidad</vt:lpstr>
      <vt:lpstr>Estado actual y roadmap</vt:lpstr>
      <vt:lpstr>Conclusión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Garcia-Meras Palacios</dc:creator>
  <cp:lastModifiedBy>Javier Garcia-Meras Palacios</cp:lastModifiedBy>
  <cp:revision>1</cp:revision>
  <dcterms:created xsi:type="dcterms:W3CDTF">2026-02-16T12:49:32Z</dcterms:created>
  <dcterms:modified xsi:type="dcterms:W3CDTF">2026-02-17T15:24:09Z</dcterms:modified>
</cp:coreProperties>
</file>