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17A34E-80C8-4680-9071-C85D2E4D6EF9}" v="1" dt="2026-02-16T12:48:50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Garcia-Meras Palacios" userId="ef8db670-67c2-4c62-8f5e-6e9c1366baff" providerId="ADAL" clId="{4EB59A4C-3464-40AA-9281-E948B63C16A3}"/>
    <pc:docChg chg="modSld">
      <pc:chgData name="Javier Garcia-Meras Palacios" userId="ef8db670-67c2-4c62-8f5e-6e9c1366baff" providerId="ADAL" clId="{4EB59A4C-3464-40AA-9281-E948B63C16A3}" dt="2026-02-16T12:48:56.191" v="26" actId="1076"/>
      <pc:docMkLst>
        <pc:docMk/>
      </pc:docMkLst>
      <pc:sldChg chg="addSp modSp mod">
        <pc:chgData name="Javier Garcia-Meras Palacios" userId="ef8db670-67c2-4c62-8f5e-6e9c1366baff" providerId="ADAL" clId="{4EB59A4C-3464-40AA-9281-E948B63C16A3}" dt="2026-02-16T12:48:56.191" v="26" actId="1076"/>
        <pc:sldMkLst>
          <pc:docMk/>
          <pc:sldMk cId="0" sldId="256"/>
        </pc:sldMkLst>
        <pc:spChg chg="mod">
          <ac:chgData name="Javier Garcia-Meras Palacios" userId="ef8db670-67c2-4c62-8f5e-6e9c1366baff" providerId="ADAL" clId="{4EB59A4C-3464-40AA-9281-E948B63C16A3}" dt="2026-02-16T12:48:48.178" v="24" actId="1076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Javier Garcia-Meras Palacios" userId="ef8db670-67c2-4c62-8f5e-6e9c1366baff" providerId="ADAL" clId="{4EB59A4C-3464-40AA-9281-E948B63C16A3}" dt="2026-02-16T12:48:56.191" v="26" actId="1076"/>
          <ac:spMkLst>
            <pc:docMk/>
            <pc:sldMk cId="0" sldId="256"/>
            <ac:spMk id="4" creationId="{CAA003E9-5E5A-6DE4-F26E-93CE6A77D0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9721"/>
            <a:ext cx="7772400" cy="1470025"/>
          </a:xfrm>
        </p:spPr>
        <p:txBody>
          <a:bodyPr/>
          <a:lstStyle/>
          <a:p>
            <a:r>
              <a:rPr lang="es-ES" dirty="0"/>
              <a:t>Servicio Web en Intranet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Resumen</a:t>
            </a:r>
            <a:r>
              <a:rPr dirty="0"/>
              <a:t> </a:t>
            </a:r>
            <a:r>
              <a:rPr dirty="0" err="1"/>
              <a:t>Ejecutivo</a:t>
            </a:r>
            <a:endParaRPr dirty="0"/>
          </a:p>
          <a:p>
            <a:r>
              <a:rPr dirty="0" err="1"/>
              <a:t>Acceso</a:t>
            </a:r>
            <a:r>
              <a:rPr dirty="0"/>
              <a:t> </a:t>
            </a:r>
            <a:r>
              <a:rPr dirty="0" err="1"/>
              <a:t>controlado</a:t>
            </a:r>
            <a:r>
              <a:rPr dirty="0"/>
              <a:t> a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corporativa</a:t>
            </a:r>
            <a:endParaRPr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AA003E9-5E5A-6DE4-F26E-93CE6A77D029}"/>
              </a:ext>
            </a:extLst>
          </p:cNvPr>
          <p:cNvSpPr txBox="1"/>
          <p:nvPr/>
        </p:nvSpPr>
        <p:spPr>
          <a:xfrm>
            <a:off x="2477262" y="3124200"/>
            <a:ext cx="4061460" cy="15240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1200"/>
              </a:lnSpc>
              <a:buNone/>
            </a:pPr>
            <a:r>
              <a:rPr lang="es-ES" sz="7200" b="1" dirty="0" err="1">
                <a:effectLst/>
                <a:latin typeface="Montserrat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Support</a:t>
            </a:r>
            <a:endParaRPr lang="es-ES" sz="10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Facilitar el acceso seguro a información corporativa</a:t>
            </a:r>
          </a:p>
          <a:p>
            <a:r>
              <a:t>Eliminar accesos directos a bases de datos</a:t>
            </a:r>
          </a:p>
          <a:p>
            <a:r>
              <a:t>Estandarizar consultas y exportaciones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Accesos no controlados a bases de datos</a:t>
            </a:r>
          </a:p>
          <a:p>
            <a:r>
              <a:t>Dependencia de perfiles técnicos</a:t>
            </a:r>
          </a:p>
          <a:p>
            <a:r>
              <a:t>Riesgos de seguridad y auditoría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Aplicación web centralizada</a:t>
            </a:r>
          </a:p>
          <a:p>
            <a:r>
              <a:t>Consultas predefinidas y auditadas</a:t>
            </a:r>
          </a:p>
          <a:p>
            <a:r>
              <a:t>Exportación controlada de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Autenticación corporativa</a:t>
            </a:r>
          </a:p>
          <a:p>
            <a:r>
              <a:t>Autorización por grupos y perfiles</a:t>
            </a:r>
          </a:p>
          <a:p>
            <a:r>
              <a:t>Consultas solo de lectura (SELECT)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Navegador web</a:t>
            </a:r>
          </a:p>
          <a:p>
            <a:r>
              <a:t>Django + Gunicorn</a:t>
            </a:r>
          </a:p>
          <a:p>
            <a:r>
              <a:t>Base de datos corporativa (solo lectura)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</a:t>
            </a:r>
          </a:p>
          <a:p>
            <a:r>
              <a:t>Selección de consulta</a:t>
            </a:r>
          </a:p>
          <a:p>
            <a:r>
              <a:t>Ejecución o exportación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Reducción de riesgos</a:t>
            </a:r>
          </a:p>
          <a:p>
            <a:r>
              <a:t>Mejora de la eficiencia</a:t>
            </a:r>
          </a:p>
          <a:p>
            <a:r>
              <a:t>Trazabilidad completa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organizativo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Menos dependencia de IT</a:t>
            </a:r>
          </a:p>
          <a:p>
            <a:r>
              <a:t>Acceso homogéneo a la información</a:t>
            </a:r>
          </a:p>
          <a:p>
            <a:r>
              <a:t>Mejor toma de decisiones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Preparado para múltiples usuarios</a:t>
            </a:r>
          </a:p>
          <a:p>
            <a:r>
              <a:t>Despliegue en servidores corporativos</a:t>
            </a:r>
          </a:p>
          <a:p>
            <a:r>
              <a:t>Posible ampliación funcional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actual 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Solución funcional</a:t>
            </a:r>
          </a:p>
          <a:p>
            <a:r>
              <a:t>Validada técnicamente</a:t>
            </a:r>
          </a:p>
          <a:p>
            <a:r>
              <a:t>Lista para despliegue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Solución segura y controlada</a:t>
            </a:r>
          </a:p>
          <a:p>
            <a:r>
              <a:t>Alineada con IT y negocio</a:t>
            </a:r>
          </a:p>
          <a:p>
            <a:r>
              <a:t>Preparada para crecer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354a9e9-04e0-4fbe-8fdd-b4fb9d0616e3}" enabled="1" method="Standard" siteId="{f0033efe-d82e-4c5f-a712-3a3948bb453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167</Words>
  <Application>Microsoft Office PowerPoint</Application>
  <PresentationFormat>Presentación en pantalla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Montserrat</vt:lpstr>
      <vt:lpstr>Office Theme</vt:lpstr>
      <vt:lpstr>Servicio Web en Intranet</vt:lpstr>
      <vt:lpstr>Objetivo del proyecto</vt:lpstr>
      <vt:lpstr>Problema actual</vt:lpstr>
      <vt:lpstr>Solución propuesta</vt:lpstr>
      <vt:lpstr>Seguridad y control</vt:lpstr>
      <vt:lpstr>Arquitectura</vt:lpstr>
      <vt:lpstr>Flujo de uso</vt:lpstr>
      <vt:lpstr>Beneficios clave</vt:lpstr>
      <vt:lpstr>Impacto organizativo</vt:lpstr>
      <vt:lpstr>Escalabilidad</vt:lpstr>
      <vt:lpstr>Estado actual y roadmap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Garcia-Meras Palacios</cp:lastModifiedBy>
  <cp:revision>1</cp:revision>
  <dcterms:created xsi:type="dcterms:W3CDTF">2013-01-27T09:14:16Z</dcterms:created>
  <dcterms:modified xsi:type="dcterms:W3CDTF">2026-02-16T12:49:01Z</dcterms:modified>
  <cp:category/>
</cp:coreProperties>
</file>